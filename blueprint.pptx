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1" r:id="rId2"/>
    <p:sldId id="292" r:id="rId3"/>
    <p:sldId id="293" r:id="rId4"/>
    <p:sldId id="310" r:id="rId5"/>
    <p:sldId id="296" r:id="rId6"/>
    <p:sldId id="297" r:id="rId7"/>
    <p:sldId id="298" r:id="rId8"/>
    <p:sldId id="299" r:id="rId9"/>
    <p:sldId id="300" r:id="rId10"/>
    <p:sldId id="301" r:id="rId11"/>
    <p:sldId id="303" r:id="rId12"/>
    <p:sldId id="304" r:id="rId13"/>
    <p:sldId id="305" r:id="rId14"/>
    <p:sldId id="306" r:id="rId15"/>
    <p:sldId id="312" r:id="rId16"/>
    <p:sldId id="307" r:id="rId17"/>
    <p:sldId id="311" r:id="rId18"/>
    <p:sldId id="308" r:id="rId19"/>
    <p:sldId id="309" r:id="rId20"/>
    <p:sldId id="313"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dex" id="{E6FE4B42-6C12-4D6A-984C-48D0F715F6B4}">
          <p14:sldIdLst>
            <p14:sldId id="291"/>
            <p14:sldId id="292"/>
            <p14:sldId id="293"/>
            <p14:sldId id="310"/>
            <p14:sldId id="296"/>
            <p14:sldId id="297"/>
            <p14:sldId id="298"/>
            <p14:sldId id="299"/>
            <p14:sldId id="300"/>
            <p14:sldId id="301"/>
            <p14:sldId id="303"/>
            <p14:sldId id="304"/>
            <p14:sldId id="305"/>
            <p14:sldId id="306"/>
            <p14:sldId id="312"/>
            <p14:sldId id="307"/>
            <p14:sldId id="311"/>
            <p14:sldId id="308"/>
            <p14:sldId id="309"/>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8DC6"/>
    <a:srgbClr val="FEAFC7"/>
    <a:srgbClr val="FED1C7"/>
    <a:srgbClr val="FEBFB0"/>
    <a:srgbClr val="948E99"/>
    <a:srgbClr val="D8A2DE"/>
    <a:srgbClr val="C779D0"/>
    <a:srgbClr val="AEEFC4"/>
    <a:srgbClr val="701212"/>
    <a:srgbClr val="D4BA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5" d="100"/>
          <a:sy n="85" d="100"/>
        </p:scale>
        <p:origin x="7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176147189710824"/>
          <c:y val="7.3880831796724777E-2"/>
          <c:w val="0.718734271330566"/>
          <c:h val="0.83313291132436906"/>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Sheet1!$A$2:$A$4</c:f>
              <c:strCache>
                <c:ptCount val="3"/>
                <c:pt idx="0">
                  <c:v>CPU</c:v>
                </c:pt>
                <c:pt idx="1">
                  <c:v>RAM</c:v>
                </c:pt>
                <c:pt idx="2">
                  <c:v>Disk</c:v>
                </c:pt>
              </c:strCache>
            </c:strRef>
          </c:cat>
          <c:val>
            <c:numRef>
              <c:f>Sheet1!$B$2:$B$4</c:f>
              <c:numCache>
                <c:formatCode>General</c:formatCode>
                <c:ptCount val="3"/>
                <c:pt idx="0">
                  <c:v>4.3</c:v>
                </c:pt>
                <c:pt idx="1">
                  <c:v>2.5</c:v>
                </c:pt>
                <c:pt idx="2">
                  <c:v>3.5</c:v>
                </c:pt>
              </c:numCache>
            </c:numRef>
          </c:val>
          <c:smooth val="0"/>
          <c:extLst>
            <c:ext xmlns:c16="http://schemas.microsoft.com/office/drawing/2014/chart" uri="{C3380CC4-5D6E-409C-BE32-E72D297353CC}">
              <c16:uniqueId val="{00000000-CE2C-4D2C-AF13-C324C97B043C}"/>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Sheet1!$A$2:$A$4</c:f>
              <c:strCache>
                <c:ptCount val="3"/>
                <c:pt idx="0">
                  <c:v>CPU</c:v>
                </c:pt>
                <c:pt idx="1">
                  <c:v>RAM</c:v>
                </c:pt>
                <c:pt idx="2">
                  <c:v>Disk</c:v>
                </c:pt>
              </c:strCache>
            </c:strRef>
          </c:cat>
          <c:val>
            <c:numRef>
              <c:f>Sheet1!$C$2:$C$4</c:f>
              <c:numCache>
                <c:formatCode>General</c:formatCode>
                <c:ptCount val="3"/>
                <c:pt idx="0">
                  <c:v>2.4</c:v>
                </c:pt>
                <c:pt idx="1">
                  <c:v>4.4000000000000004</c:v>
                </c:pt>
                <c:pt idx="2">
                  <c:v>1.8</c:v>
                </c:pt>
              </c:numCache>
            </c:numRef>
          </c:val>
          <c:smooth val="0"/>
          <c:extLst>
            <c:ext xmlns:c16="http://schemas.microsoft.com/office/drawing/2014/chart" uri="{C3380CC4-5D6E-409C-BE32-E72D297353CC}">
              <c16:uniqueId val="{00000001-CE2C-4D2C-AF13-C324C97B043C}"/>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Sheet1!$A$2:$A$4</c:f>
              <c:strCache>
                <c:ptCount val="3"/>
                <c:pt idx="0">
                  <c:v>CPU</c:v>
                </c:pt>
                <c:pt idx="1">
                  <c:v>RAM</c:v>
                </c:pt>
                <c:pt idx="2">
                  <c:v>Disk</c:v>
                </c:pt>
              </c:strCache>
            </c:strRef>
          </c:cat>
          <c:val>
            <c:numRef>
              <c:f>Sheet1!$D$2:$D$4</c:f>
              <c:numCache>
                <c:formatCode>General</c:formatCode>
                <c:ptCount val="3"/>
                <c:pt idx="0">
                  <c:v>2</c:v>
                </c:pt>
                <c:pt idx="1">
                  <c:v>2</c:v>
                </c:pt>
                <c:pt idx="2">
                  <c:v>3</c:v>
                </c:pt>
              </c:numCache>
            </c:numRef>
          </c:val>
          <c:smooth val="0"/>
          <c:extLst>
            <c:ext xmlns:c16="http://schemas.microsoft.com/office/drawing/2014/chart" uri="{C3380CC4-5D6E-409C-BE32-E72D297353CC}">
              <c16:uniqueId val="{00000002-CE2C-4D2C-AF13-C324C97B043C}"/>
            </c:ext>
          </c:extLst>
        </c:ser>
        <c:dLbls>
          <c:showLegendKey val="0"/>
          <c:showVal val="0"/>
          <c:showCatName val="0"/>
          <c:showSerName val="0"/>
          <c:showPercent val="0"/>
          <c:showBubbleSize val="0"/>
        </c:dLbls>
        <c:smooth val="0"/>
        <c:axId val="768428480"/>
        <c:axId val="22883104"/>
      </c:lineChart>
      <c:catAx>
        <c:axId val="7684284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2883104"/>
        <c:crosses val="autoZero"/>
        <c:auto val="1"/>
        <c:lblAlgn val="ctr"/>
        <c:lblOffset val="100"/>
        <c:noMultiLvlLbl val="0"/>
      </c:catAx>
      <c:valAx>
        <c:axId val="22883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684284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87129-CBC7-08FC-373A-42411E643B81}"/>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8E47848A-A093-5F75-7EB4-38D96C2FB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0458DE01-BE91-F929-CB79-9CE732EE935F}"/>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C4E7D6E6-2315-0444-8F6D-82D6F4F5599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6DF4B47-72F4-53CA-62BF-84A71C417B0B}"/>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20611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9E608-96C8-E433-D9D2-C19F083DC046}"/>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E629B4E-B28A-1F2C-BD59-04DEAC0418B8}"/>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E012422-3BDE-BA75-2C05-A5CBB0FDD40C}"/>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2CE94F57-08CE-5B40-E275-893FC2D368C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6D73892-A2EA-4D65-E432-DA1D64126B8F}"/>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381242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1025-AB13-728E-4DAE-CB1687BBD36F}"/>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6958495-CC76-8D77-612A-699DDEC2AC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4F9392DD-DBDC-53F8-B644-9F12EC86F1F8}"/>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78CE3BED-B81C-302D-A61D-C5EFE9E685B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7794C63-DFD3-F0CD-0571-25FCD7BE8E79}"/>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35480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140C2-2A4A-F8CE-50C9-37A1473CE14B}"/>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F22BA08-BB74-1F93-C2F1-0D46ACCF94B1}"/>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D9A19921-DB63-005B-5221-19620DE77D0C}"/>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4DCB4C99-3D63-0ADC-2B08-8F4C05F77567}"/>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6" name="Footer Placeholder 5">
            <a:extLst>
              <a:ext uri="{FF2B5EF4-FFF2-40B4-BE49-F238E27FC236}">
                <a16:creationId xmlns:a16="http://schemas.microsoft.com/office/drawing/2014/main" id="{7B0EFE44-7AE1-F4C2-7115-58DAE7EE3254}"/>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EF9E109E-EA4F-6ADC-FDE2-9579DB2B016E}"/>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78038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4AD3B-6B01-13EC-290C-FC9D8CB0677A}"/>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0902EBE-1F15-B9F8-DF47-0DAF54DEEF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1D7F9E1B-9B14-55E3-B1F3-34C380BA9AB1}"/>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5D26B793-AB96-34D2-B28A-E6188E3230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8ECA87E4-516C-583A-B34F-C0A2B603D29C}"/>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1BE683E8-32D5-995B-6ED4-9D68E352BFB1}"/>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8" name="Footer Placeholder 7">
            <a:extLst>
              <a:ext uri="{FF2B5EF4-FFF2-40B4-BE49-F238E27FC236}">
                <a16:creationId xmlns:a16="http://schemas.microsoft.com/office/drawing/2014/main" id="{90902AB2-443E-A01F-D9F8-A8B9C092A999}"/>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11B4D7DE-E806-5C16-52FA-AA70E8BA14C4}"/>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820036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6275D-58D0-B6E7-E20A-9EF1C4193766}"/>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BD1EE2F0-99DE-3FC3-166D-A2D52AB23D63}"/>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4" name="Footer Placeholder 3">
            <a:extLst>
              <a:ext uri="{FF2B5EF4-FFF2-40B4-BE49-F238E27FC236}">
                <a16:creationId xmlns:a16="http://schemas.microsoft.com/office/drawing/2014/main" id="{49C6B942-E5E8-28C5-76E0-81E2FD7A020D}"/>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FF601D53-FF4C-8296-E19D-CFD2ECAA3CB8}"/>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1828522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0DE21E-7353-EB06-5793-EE919960FD2F}"/>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3" name="Footer Placeholder 2">
            <a:extLst>
              <a:ext uri="{FF2B5EF4-FFF2-40B4-BE49-F238E27FC236}">
                <a16:creationId xmlns:a16="http://schemas.microsoft.com/office/drawing/2014/main" id="{B7270EFB-9E2E-D19F-89A5-7C4F398F9ACF}"/>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5DD6D260-B500-6F89-3836-29D3184179C7}"/>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474293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BC09-0DCB-9D23-B940-53AE311F773B}"/>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8A01394-22B8-B16B-8521-97D4A0E16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83B58A16-67A1-CDC4-5D85-745F2AC79D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1A2819C-9A14-2CB4-F35A-AD88FC6986E6}"/>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6" name="Footer Placeholder 5">
            <a:extLst>
              <a:ext uri="{FF2B5EF4-FFF2-40B4-BE49-F238E27FC236}">
                <a16:creationId xmlns:a16="http://schemas.microsoft.com/office/drawing/2014/main" id="{FEDBD45B-7B11-5BB4-2317-7260F6BA891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8F10DF7-1ECD-5C79-25BB-B43E674D090D}"/>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1839568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75FF-38C8-526C-46A8-2706CEA31F61}"/>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E0FA609A-D697-679C-5525-3B20F49090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2FD73C03-E39E-90EC-970E-365A21D51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A3CD507C-A7C2-2154-5ECF-3F098E0543CE}"/>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6" name="Footer Placeholder 5">
            <a:extLst>
              <a:ext uri="{FF2B5EF4-FFF2-40B4-BE49-F238E27FC236}">
                <a16:creationId xmlns:a16="http://schemas.microsoft.com/office/drawing/2014/main" id="{C4CDD099-08D1-02B4-8AD5-C1D9AE4F9AE1}"/>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E0C7D296-7B06-BBBD-1761-71464062FCB9}"/>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401719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B7AE-7B7A-EB20-AD76-5760E665DFEC}"/>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62C9BDEF-5C1E-549F-04D1-358746DB599D}"/>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9146D971-5AB6-B3CC-0EEB-0F1D402FB762}"/>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B1DD580A-D4BF-7E2B-D887-BD5C1A0F017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8330500-7B24-A481-75D5-51369FE606FC}"/>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884104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832086-41FE-362B-68A8-8A46AE1567D8}"/>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E7D3398B-D565-2CDF-2080-F18DF2C2CEC0}"/>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17C37E07-C09E-EDC0-F26E-C759FA35BD6B}"/>
              </a:ext>
            </a:extLst>
          </p:cNvPr>
          <p:cNvSpPr>
            <a:spLocks noGrp="1"/>
          </p:cNvSpPr>
          <p:nvPr>
            <p:ph type="dt" sz="half" idx="10"/>
          </p:nvPr>
        </p:nvSpPr>
        <p:spPr/>
        <p:txBody>
          <a:body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4EB15B47-1C1C-15C4-76E0-47A474E3F27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CDF1EA4-7642-C2F9-795C-5880D15AFCE0}"/>
              </a:ext>
            </a:extLst>
          </p:cNvPr>
          <p:cNvSpPr>
            <a:spLocks noGrp="1"/>
          </p:cNvSpPr>
          <p:nvPr>
            <p:ph type="sldNum" sz="quarter" idx="12"/>
          </p:nvPr>
        </p:nvSpPr>
        <p:spPr/>
        <p:txBody>
          <a:body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398677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DE08C9-81DE-7F22-B12C-5D229A2521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0B1280B-FF82-B976-2ADA-C1AB60E12B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C1A2610-843E-EE6A-45C2-D03366B5C0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4BD82A-F568-4FBE-85BE-C96C9897995F}" type="datetimeFigureOut">
              <a:rPr lang="zh-CN" altLang="en-US" smtClean="0"/>
              <a:t>2023/5/20</a:t>
            </a:fld>
            <a:endParaRPr lang="zh-CN" altLang="en-US"/>
          </a:p>
        </p:txBody>
      </p:sp>
      <p:sp>
        <p:nvSpPr>
          <p:cNvPr id="5" name="Footer Placeholder 4">
            <a:extLst>
              <a:ext uri="{FF2B5EF4-FFF2-40B4-BE49-F238E27FC236}">
                <a16:creationId xmlns:a16="http://schemas.microsoft.com/office/drawing/2014/main" id="{991E5090-99EB-99F0-186D-8E3E57C159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29234D9E-6BB8-C765-343E-92A9D9F942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279B19-B7FD-4790-A682-D2592F69480C}" type="slidenum">
              <a:rPr lang="zh-CN" altLang="en-US" smtClean="0"/>
              <a:t>‹#›</a:t>
            </a:fld>
            <a:endParaRPr lang="zh-CN" altLang="en-US"/>
          </a:p>
        </p:txBody>
      </p:sp>
    </p:spTree>
    <p:extLst>
      <p:ext uri="{BB962C8B-B14F-4D97-AF65-F5344CB8AC3E}">
        <p14:creationId xmlns:p14="http://schemas.microsoft.com/office/powerpoint/2010/main" val="2810992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9.pn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rgbClr val="FED1C7"/>
            </a:gs>
            <a:gs pos="39000">
              <a:srgbClr val="FEAFC7"/>
            </a:gs>
            <a:gs pos="78000">
              <a:srgbClr val="FE8DC6"/>
            </a:gs>
          </a:gsLst>
          <a:lin ang="8100000" scaled="1"/>
          <a:tileRect/>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pic>
        <p:nvPicPr>
          <p:cNvPr id="9" name="Picture 8">
            <a:extLst>
              <a:ext uri="{FF2B5EF4-FFF2-40B4-BE49-F238E27FC236}">
                <a16:creationId xmlns:a16="http://schemas.microsoft.com/office/drawing/2014/main" id="{0B7D01CA-7407-7016-5E45-2A9D1E20DF76}"/>
              </a:ext>
            </a:extLst>
          </p:cNvPr>
          <p:cNvPicPr>
            <a:picLocks noChangeAspect="1"/>
          </p:cNvPicPr>
          <p:nvPr/>
        </p:nvPicPr>
        <p:blipFill rotWithShape="1">
          <a:blip r:embed="rId3">
            <a:extLst>
              <a:ext uri="{28A0092B-C50C-407E-A947-70E740481C1C}">
                <a14:useLocalDpi xmlns:a14="http://schemas.microsoft.com/office/drawing/2010/main" val="0"/>
              </a:ext>
            </a:extLst>
          </a:blip>
          <a:srcRect l="9065" t="9065" r="9065" b="9065"/>
          <a:stretch/>
        </p:blipFill>
        <p:spPr>
          <a:xfrm>
            <a:off x="5980514" y="1101337"/>
            <a:ext cx="4935136" cy="4935136"/>
          </a:xfrm>
          <a:prstGeom prst="rect">
            <a:avLst/>
          </a:prstGeom>
        </p:spPr>
      </p:pic>
      <p:sp>
        <p:nvSpPr>
          <p:cNvPr id="10" name="TextBox 9">
            <a:extLst>
              <a:ext uri="{FF2B5EF4-FFF2-40B4-BE49-F238E27FC236}">
                <a16:creationId xmlns:a16="http://schemas.microsoft.com/office/drawing/2014/main" id="{3322812D-5BF1-7769-FF38-7BC77DCCD72A}"/>
              </a:ext>
            </a:extLst>
          </p:cNvPr>
          <p:cNvSpPr txBox="1"/>
          <p:nvPr/>
        </p:nvSpPr>
        <p:spPr>
          <a:xfrm>
            <a:off x="827631" y="1929169"/>
            <a:ext cx="4042800" cy="1200329"/>
          </a:xfrm>
          <a:prstGeom prst="rect">
            <a:avLst/>
          </a:prstGeom>
          <a:noFill/>
        </p:spPr>
        <p:txBody>
          <a:bodyPr wrap="square" rtlCol="0">
            <a:spAutoFit/>
          </a:bodyPr>
          <a:lstStyle/>
          <a:p>
            <a:r>
              <a:rPr lang="en-US" altLang="zh-CN" sz="4800" b="1" dirty="0">
                <a:solidFill>
                  <a:schemeClr val="bg1">
                    <a:lumMod val="95000"/>
                  </a:schemeClr>
                </a:solidFill>
                <a:latin typeface="Corbel" panose="020B0503020204020204" pitchFamily="34" charset="0"/>
              </a:rPr>
              <a:t>SafeWisdom</a:t>
            </a:r>
            <a:endParaRPr lang="en-US" altLang="zh-CN" sz="1200" dirty="0">
              <a:solidFill>
                <a:schemeClr val="bg1">
                  <a:lumMod val="95000"/>
                </a:schemeClr>
              </a:solidFill>
              <a:latin typeface="Corbel" panose="020B0503020204020204" pitchFamily="34" charset="0"/>
            </a:endParaRPr>
          </a:p>
          <a:p>
            <a:r>
              <a:rPr lang="en-US" altLang="zh-CN" sz="2400" dirty="0">
                <a:solidFill>
                  <a:schemeClr val="bg1">
                    <a:lumMod val="95000"/>
                  </a:schemeClr>
                </a:solidFill>
                <a:latin typeface="Corbel" panose="020B0503020204020204" pitchFamily="34" charset="0"/>
              </a:rPr>
              <a:t>Software  </a:t>
            </a:r>
            <a:r>
              <a:rPr lang="en-US" altLang="zh-CN" sz="1200" dirty="0">
                <a:solidFill>
                  <a:schemeClr val="bg1">
                    <a:lumMod val="95000"/>
                  </a:schemeClr>
                </a:solidFill>
                <a:latin typeface="Corbel" panose="020B0503020204020204" pitchFamily="34" charset="0"/>
              </a:rPr>
              <a:t>by ChaiYing</a:t>
            </a:r>
            <a:endParaRPr lang="en-US" altLang="zh-CN" sz="2400" dirty="0">
              <a:solidFill>
                <a:schemeClr val="bg1">
                  <a:lumMod val="95000"/>
                </a:schemeClr>
              </a:solidFill>
              <a:latin typeface="Corbel" panose="020B0503020204020204" pitchFamily="34" charset="0"/>
            </a:endParaRPr>
          </a:p>
        </p:txBody>
      </p:sp>
      <p:sp>
        <p:nvSpPr>
          <p:cNvPr id="11" name="TextBox 10">
            <a:extLst>
              <a:ext uri="{FF2B5EF4-FFF2-40B4-BE49-F238E27FC236}">
                <a16:creationId xmlns:a16="http://schemas.microsoft.com/office/drawing/2014/main" id="{D5ECE3CC-7D53-B22B-E702-A5B8326184BC}"/>
              </a:ext>
            </a:extLst>
          </p:cNvPr>
          <p:cNvSpPr txBox="1"/>
          <p:nvPr/>
        </p:nvSpPr>
        <p:spPr>
          <a:xfrm>
            <a:off x="827631" y="3442753"/>
            <a:ext cx="4042800" cy="830997"/>
          </a:xfrm>
          <a:prstGeom prst="rect">
            <a:avLst/>
          </a:prstGeom>
          <a:noFill/>
        </p:spPr>
        <p:txBody>
          <a:bodyPr wrap="square" rtlCol="0">
            <a:spAutoFit/>
          </a:bodyPr>
          <a:lstStyle/>
          <a:p>
            <a:r>
              <a:rPr lang="en-US" altLang="zh-CN" sz="1600" dirty="0">
                <a:solidFill>
                  <a:schemeClr val="bg1">
                    <a:lumMod val="95000"/>
                  </a:schemeClr>
                </a:solidFill>
                <a:latin typeface="Corbel" panose="020B0503020204020204" pitchFamily="34" charset="0"/>
              </a:rPr>
              <a:t>Show the wisdom and security of software and emphasize the importance and improvement of users' safety knowledge.</a:t>
            </a:r>
            <a:endParaRPr lang="zh-CN" altLang="en-US" sz="1600" dirty="0">
              <a:solidFill>
                <a:schemeClr val="bg1">
                  <a:lumMod val="95000"/>
                </a:schemeClr>
              </a:solidFill>
              <a:latin typeface="Corbel" panose="020B0503020204020204" pitchFamily="34" charset="0"/>
            </a:endParaRPr>
          </a:p>
        </p:txBody>
      </p:sp>
      <p:sp>
        <p:nvSpPr>
          <p:cNvPr id="12" name="Rectangle: Rounded Corners 11">
            <a:extLst>
              <a:ext uri="{FF2B5EF4-FFF2-40B4-BE49-F238E27FC236}">
                <a16:creationId xmlns:a16="http://schemas.microsoft.com/office/drawing/2014/main" id="{8530ED15-0598-07E5-BD53-7A662C0F171B}"/>
              </a:ext>
            </a:extLst>
          </p:cNvPr>
          <p:cNvSpPr/>
          <p:nvPr/>
        </p:nvSpPr>
        <p:spPr>
          <a:xfrm>
            <a:off x="827631" y="4693982"/>
            <a:ext cx="1524000" cy="487618"/>
          </a:xfrm>
          <a:prstGeom prst="roundRect">
            <a:avLst>
              <a:gd name="adj" fmla="val 50000"/>
            </a:avLst>
          </a:prstGeom>
          <a:gradFill>
            <a:gsLst>
              <a:gs pos="0">
                <a:srgbClr val="00AEEF"/>
              </a:gs>
              <a:gs pos="46000">
                <a:srgbClr val="1773BD"/>
              </a:gs>
              <a:gs pos="95000">
                <a:srgbClr val="2D388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lumMod val="95000"/>
                  </a:schemeClr>
                </a:solidFill>
                <a:latin typeface="Corbel" panose="020B0503020204020204" pitchFamily="34" charset="0"/>
              </a:rPr>
              <a:t>Sign In</a:t>
            </a:r>
            <a:endParaRPr lang="zh-CN" altLang="en-US" b="1" dirty="0">
              <a:solidFill>
                <a:schemeClr val="bg1">
                  <a:lumMod val="95000"/>
                </a:schemeClr>
              </a:solidFill>
              <a:latin typeface="Corbel" panose="020B0503020204020204" pitchFamily="34" charset="0"/>
            </a:endParaRPr>
          </a:p>
        </p:txBody>
      </p:sp>
      <p:sp>
        <p:nvSpPr>
          <p:cNvPr id="13" name="Rectangle: Rounded Corners 12">
            <a:extLst>
              <a:ext uri="{FF2B5EF4-FFF2-40B4-BE49-F238E27FC236}">
                <a16:creationId xmlns:a16="http://schemas.microsoft.com/office/drawing/2014/main" id="{D3A6E9F7-705B-EAF1-60FC-AC7A1BAC544D}"/>
              </a:ext>
            </a:extLst>
          </p:cNvPr>
          <p:cNvSpPr/>
          <p:nvPr/>
        </p:nvSpPr>
        <p:spPr>
          <a:xfrm>
            <a:off x="2915113" y="4693982"/>
            <a:ext cx="1524000" cy="487618"/>
          </a:xfrm>
          <a:prstGeom prst="roundRect">
            <a:avLst>
              <a:gd name="adj" fmla="val 50000"/>
            </a:avLst>
          </a:prstGeom>
          <a:gradFill>
            <a:gsLst>
              <a:gs pos="0">
                <a:srgbClr val="00AEEF"/>
              </a:gs>
              <a:gs pos="46000">
                <a:srgbClr val="1773BD"/>
              </a:gs>
              <a:gs pos="95000">
                <a:srgbClr val="2D388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lumMod val="95000"/>
                  </a:schemeClr>
                </a:solidFill>
                <a:latin typeface="Corbel" panose="020B0503020204020204" pitchFamily="34" charset="0"/>
              </a:rPr>
              <a:t>Sign Up</a:t>
            </a:r>
            <a:endParaRPr lang="zh-CN" altLang="en-US" b="1" dirty="0">
              <a:solidFill>
                <a:schemeClr val="bg1">
                  <a:lumMod val="95000"/>
                </a:schemeClr>
              </a:solidFill>
              <a:latin typeface="Corbel" panose="020B0503020204020204" pitchFamily="34" charset="0"/>
            </a:endParaRPr>
          </a:p>
        </p:txBody>
      </p:sp>
    </p:spTree>
    <p:extLst>
      <p:ext uri="{BB962C8B-B14F-4D97-AF65-F5344CB8AC3E}">
        <p14:creationId xmlns:p14="http://schemas.microsoft.com/office/powerpoint/2010/main" val="156416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2586BA4C-9547-E6CD-BD2C-F2E499C29EE3}"/>
              </a:ext>
            </a:extLst>
          </p:cNvPr>
          <p:cNvSpPr/>
          <p:nvPr/>
        </p:nvSpPr>
        <p:spPr>
          <a:xfrm>
            <a:off x="1350939" y="761683"/>
            <a:ext cx="9483794" cy="5334634"/>
          </a:xfrm>
          <a:prstGeom prst="roundRect">
            <a:avLst>
              <a:gd name="adj" fmla="val 0"/>
            </a:avLst>
          </a:prstGeom>
          <a:solidFill>
            <a:srgbClr val="8868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Rounded Corners 11">
            <a:extLst>
              <a:ext uri="{FF2B5EF4-FFF2-40B4-BE49-F238E27FC236}">
                <a16:creationId xmlns:a16="http://schemas.microsoft.com/office/drawing/2014/main" id="{E86A3EC8-1B85-3E1E-C31D-7F2C5FF9DCB4}"/>
              </a:ext>
            </a:extLst>
          </p:cNvPr>
          <p:cNvSpPr/>
          <p:nvPr/>
        </p:nvSpPr>
        <p:spPr>
          <a:xfrm>
            <a:off x="6638925" y="760096"/>
            <a:ext cx="4194992" cy="5340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Picture 24">
            <a:extLst>
              <a:ext uri="{FF2B5EF4-FFF2-40B4-BE49-F238E27FC236}">
                <a16:creationId xmlns:a16="http://schemas.microsoft.com/office/drawing/2014/main" id="{E0039A0E-7E3A-CAFE-A625-AA36FF750E33}"/>
              </a:ext>
            </a:extLst>
          </p:cNvPr>
          <p:cNvPicPr>
            <a:picLocks noChangeAspect="1"/>
          </p:cNvPicPr>
          <p:nvPr/>
        </p:nvPicPr>
        <p:blipFill rotWithShape="1">
          <a:blip r:embed="rId2">
            <a:extLst>
              <a:ext uri="{28A0092B-C50C-407E-A947-70E740481C1C}">
                <a14:useLocalDpi xmlns:a14="http://schemas.microsoft.com/office/drawing/2010/main" val="0"/>
              </a:ext>
            </a:extLst>
          </a:blip>
          <a:srcRect t="7483" b="7483"/>
          <a:stretch/>
        </p:blipFill>
        <p:spPr>
          <a:xfrm>
            <a:off x="2019935" y="1101602"/>
            <a:ext cx="4001352" cy="3402478"/>
          </a:xfrm>
          <a:prstGeom prst="rect">
            <a:avLst/>
          </a:prstGeom>
        </p:spPr>
      </p:pic>
      <p:sp>
        <p:nvSpPr>
          <p:cNvPr id="26" name="TextBox 25">
            <a:extLst>
              <a:ext uri="{FF2B5EF4-FFF2-40B4-BE49-F238E27FC236}">
                <a16:creationId xmlns:a16="http://schemas.microsoft.com/office/drawing/2014/main" id="{EF9AF8F1-FA23-46AC-3C2F-E72BBEF3A6C8}"/>
              </a:ext>
            </a:extLst>
          </p:cNvPr>
          <p:cNvSpPr txBox="1"/>
          <p:nvPr/>
        </p:nvSpPr>
        <p:spPr>
          <a:xfrm>
            <a:off x="2019935" y="4693930"/>
            <a:ext cx="2555187" cy="523220"/>
          </a:xfrm>
          <a:prstGeom prst="rect">
            <a:avLst/>
          </a:prstGeom>
          <a:noFill/>
        </p:spPr>
        <p:txBody>
          <a:bodyPr wrap="none" rtlCol="0">
            <a:spAutoFit/>
          </a:bodyPr>
          <a:lstStyle/>
          <a:p>
            <a:r>
              <a:rPr lang="en-US" altLang="zh-CN" sz="2800" b="1" dirty="0">
                <a:solidFill>
                  <a:schemeClr val="bg1"/>
                </a:solidFill>
                <a:latin typeface="Corbel" panose="020B0503020204020204" pitchFamily="34" charset="0"/>
              </a:rPr>
              <a:t>Welcome Back!</a:t>
            </a:r>
            <a:endParaRPr lang="zh-CN" altLang="en-US" sz="2800" b="1" dirty="0">
              <a:solidFill>
                <a:schemeClr val="bg1"/>
              </a:solidFill>
              <a:latin typeface="Corbel" panose="020B0503020204020204" pitchFamily="34" charset="0"/>
            </a:endParaRPr>
          </a:p>
        </p:txBody>
      </p:sp>
      <p:sp>
        <p:nvSpPr>
          <p:cNvPr id="27" name="TextBox 26">
            <a:extLst>
              <a:ext uri="{FF2B5EF4-FFF2-40B4-BE49-F238E27FC236}">
                <a16:creationId xmlns:a16="http://schemas.microsoft.com/office/drawing/2014/main" id="{D53D7ABA-AA46-7DA7-9878-A4590F67B629}"/>
              </a:ext>
            </a:extLst>
          </p:cNvPr>
          <p:cNvSpPr txBox="1"/>
          <p:nvPr/>
        </p:nvSpPr>
        <p:spPr>
          <a:xfrm>
            <a:off x="2019934" y="5242625"/>
            <a:ext cx="4076065" cy="307777"/>
          </a:xfrm>
          <a:prstGeom prst="rect">
            <a:avLst/>
          </a:prstGeom>
          <a:noFill/>
        </p:spPr>
        <p:txBody>
          <a:bodyPr wrap="square" rtlCol="0">
            <a:spAutoFit/>
          </a:bodyPr>
          <a:lstStyle/>
          <a:p>
            <a:r>
              <a:rPr lang="en-US" altLang="zh-CN" sz="1400" dirty="0">
                <a:solidFill>
                  <a:schemeClr val="bg1"/>
                </a:solidFill>
                <a:latin typeface="Corbel" panose="020B0503020204020204" pitchFamily="34" charset="0"/>
              </a:rPr>
              <a:t>You can sign into access with your existing account.</a:t>
            </a:r>
            <a:endParaRPr lang="zh-CN" altLang="en-US" sz="1400" dirty="0">
              <a:solidFill>
                <a:schemeClr val="bg1"/>
              </a:solidFill>
              <a:latin typeface="Corbel" panose="020B0503020204020204" pitchFamily="34" charset="0"/>
            </a:endParaRPr>
          </a:p>
        </p:txBody>
      </p:sp>
      <p:sp>
        <p:nvSpPr>
          <p:cNvPr id="28" name="TextBox 27">
            <a:extLst>
              <a:ext uri="{FF2B5EF4-FFF2-40B4-BE49-F238E27FC236}">
                <a16:creationId xmlns:a16="http://schemas.microsoft.com/office/drawing/2014/main" id="{3E6A1FB8-CA50-41F9-005F-EC9608A249B0}"/>
              </a:ext>
            </a:extLst>
          </p:cNvPr>
          <p:cNvSpPr txBox="1"/>
          <p:nvPr/>
        </p:nvSpPr>
        <p:spPr>
          <a:xfrm>
            <a:off x="6945714" y="1482937"/>
            <a:ext cx="1101584" cy="461665"/>
          </a:xfrm>
          <a:prstGeom prst="rect">
            <a:avLst/>
          </a:prstGeom>
          <a:noFill/>
        </p:spPr>
        <p:txBody>
          <a:bodyPr wrap="none" rtlCol="0">
            <a:spAutoFit/>
          </a:bodyPr>
          <a:lstStyle/>
          <a:p>
            <a:r>
              <a:rPr lang="en-US" altLang="zh-CN" sz="2400" b="1" dirty="0">
                <a:latin typeface="Corbel" panose="020B0503020204020204" pitchFamily="34" charset="0"/>
              </a:rPr>
              <a:t>Sign In</a:t>
            </a:r>
            <a:endParaRPr lang="zh-CN" altLang="en-US" sz="2400" b="1" dirty="0">
              <a:latin typeface="Corbel" panose="020B0503020204020204" pitchFamily="34" charset="0"/>
            </a:endParaRPr>
          </a:p>
        </p:txBody>
      </p:sp>
      <p:sp>
        <p:nvSpPr>
          <p:cNvPr id="29" name="Rectangle: Rounded Corners 28">
            <a:extLst>
              <a:ext uri="{FF2B5EF4-FFF2-40B4-BE49-F238E27FC236}">
                <a16:creationId xmlns:a16="http://schemas.microsoft.com/office/drawing/2014/main" id="{325020FB-B56E-23A7-6AFB-94529714DF02}"/>
              </a:ext>
            </a:extLst>
          </p:cNvPr>
          <p:cNvSpPr/>
          <p:nvPr/>
        </p:nvSpPr>
        <p:spPr>
          <a:xfrm>
            <a:off x="7038849" y="2470760"/>
            <a:ext cx="3401902" cy="421661"/>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bg1">
                    <a:lumMod val="65000"/>
                  </a:schemeClr>
                </a:solidFill>
                <a:latin typeface="Corbel" panose="020B0503020204020204" pitchFamily="34" charset="0"/>
              </a:rPr>
              <a:t>Username</a:t>
            </a:r>
            <a:endParaRPr lang="zh-CN" altLang="en-US" sz="1600" dirty="0">
              <a:solidFill>
                <a:schemeClr val="bg1">
                  <a:lumMod val="65000"/>
                </a:schemeClr>
              </a:solidFill>
              <a:latin typeface="Corbel" panose="020B0503020204020204" pitchFamily="34" charset="0"/>
            </a:endParaRPr>
          </a:p>
        </p:txBody>
      </p:sp>
      <p:sp>
        <p:nvSpPr>
          <p:cNvPr id="30" name="Rectangle: Rounded Corners 29">
            <a:extLst>
              <a:ext uri="{FF2B5EF4-FFF2-40B4-BE49-F238E27FC236}">
                <a16:creationId xmlns:a16="http://schemas.microsoft.com/office/drawing/2014/main" id="{769EE2BA-A543-6E1C-DCF7-82D3DF132D9D}"/>
              </a:ext>
            </a:extLst>
          </p:cNvPr>
          <p:cNvSpPr/>
          <p:nvPr/>
        </p:nvSpPr>
        <p:spPr>
          <a:xfrm>
            <a:off x="7038849" y="3111388"/>
            <a:ext cx="3401902" cy="421661"/>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zh-CN" sz="1600" dirty="0">
                <a:solidFill>
                  <a:schemeClr val="bg1">
                    <a:lumMod val="65000"/>
                  </a:schemeClr>
                </a:solidFill>
                <a:latin typeface="Corbel" panose="020B0503020204020204" pitchFamily="34" charset="0"/>
              </a:rPr>
              <a:t>Password</a:t>
            </a:r>
          </a:p>
        </p:txBody>
      </p:sp>
      <p:sp>
        <p:nvSpPr>
          <p:cNvPr id="31" name="Rectangle: Rounded Corners 30">
            <a:extLst>
              <a:ext uri="{FF2B5EF4-FFF2-40B4-BE49-F238E27FC236}">
                <a16:creationId xmlns:a16="http://schemas.microsoft.com/office/drawing/2014/main" id="{C28EC639-88EC-0A1C-B744-7173E2CB22EC}"/>
              </a:ext>
            </a:extLst>
          </p:cNvPr>
          <p:cNvSpPr/>
          <p:nvPr/>
        </p:nvSpPr>
        <p:spPr>
          <a:xfrm>
            <a:off x="7749447" y="4143245"/>
            <a:ext cx="1952794" cy="421661"/>
          </a:xfrm>
          <a:prstGeom prst="roundRect">
            <a:avLst>
              <a:gd name="adj" fmla="val 41515"/>
            </a:avLst>
          </a:prstGeom>
          <a:solidFill>
            <a:srgbClr val="754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1600" dirty="0">
                <a:solidFill>
                  <a:schemeClr val="bg1"/>
                </a:solidFill>
                <a:latin typeface="Corbel" panose="020B0503020204020204" pitchFamily="34" charset="0"/>
              </a:rPr>
              <a:t>Login</a:t>
            </a:r>
          </a:p>
        </p:txBody>
      </p:sp>
      <p:sp>
        <p:nvSpPr>
          <p:cNvPr id="32" name="TextBox 31">
            <a:extLst>
              <a:ext uri="{FF2B5EF4-FFF2-40B4-BE49-F238E27FC236}">
                <a16:creationId xmlns:a16="http://schemas.microsoft.com/office/drawing/2014/main" id="{CD94A408-9F91-A9BC-5DE3-342A6AC247B7}"/>
              </a:ext>
            </a:extLst>
          </p:cNvPr>
          <p:cNvSpPr txBox="1"/>
          <p:nvPr/>
        </p:nvSpPr>
        <p:spPr>
          <a:xfrm>
            <a:off x="7165850" y="4769560"/>
            <a:ext cx="1799275" cy="323165"/>
          </a:xfrm>
          <a:prstGeom prst="rect">
            <a:avLst/>
          </a:prstGeom>
          <a:noFill/>
        </p:spPr>
        <p:txBody>
          <a:bodyPr wrap="none" rtlCol="0">
            <a:spAutoFit/>
          </a:bodyPr>
          <a:lstStyle/>
          <a:p>
            <a:r>
              <a:rPr lang="en-US" altLang="zh-CN" sz="1500" dirty="0">
                <a:solidFill>
                  <a:schemeClr val="bg1">
                    <a:lumMod val="50000"/>
                  </a:schemeClr>
                </a:solidFill>
                <a:latin typeface="Corbel" panose="020B0503020204020204" pitchFamily="34" charset="0"/>
              </a:rPr>
              <a:t>Don’t have account?</a:t>
            </a:r>
            <a:endParaRPr lang="zh-CN" altLang="en-US" sz="1500" dirty="0">
              <a:solidFill>
                <a:schemeClr val="bg1">
                  <a:lumMod val="50000"/>
                </a:schemeClr>
              </a:solidFill>
              <a:latin typeface="Corbel" panose="020B0503020204020204" pitchFamily="34" charset="0"/>
            </a:endParaRPr>
          </a:p>
        </p:txBody>
      </p:sp>
      <p:sp>
        <p:nvSpPr>
          <p:cNvPr id="33" name="TextBox 32">
            <a:extLst>
              <a:ext uri="{FF2B5EF4-FFF2-40B4-BE49-F238E27FC236}">
                <a16:creationId xmlns:a16="http://schemas.microsoft.com/office/drawing/2014/main" id="{E657B269-DE89-2615-ABC7-6CC24F036F53}"/>
              </a:ext>
            </a:extLst>
          </p:cNvPr>
          <p:cNvSpPr txBox="1"/>
          <p:nvPr/>
        </p:nvSpPr>
        <p:spPr>
          <a:xfrm>
            <a:off x="8860848" y="4769560"/>
            <a:ext cx="1387303" cy="323165"/>
          </a:xfrm>
          <a:prstGeom prst="rect">
            <a:avLst/>
          </a:prstGeom>
          <a:noFill/>
        </p:spPr>
        <p:txBody>
          <a:bodyPr wrap="none" rtlCol="0">
            <a:spAutoFit/>
          </a:bodyPr>
          <a:lstStyle/>
          <a:p>
            <a:r>
              <a:rPr lang="en-US" altLang="zh-CN" sz="1500" dirty="0">
                <a:solidFill>
                  <a:schemeClr val="accent5">
                    <a:lumMod val="75000"/>
                  </a:schemeClr>
                </a:solidFill>
                <a:latin typeface="Corbel" panose="020B0503020204020204" pitchFamily="34" charset="0"/>
              </a:rPr>
              <a:t>Create account</a:t>
            </a:r>
            <a:endParaRPr lang="zh-CN" altLang="en-US" sz="1500" dirty="0">
              <a:solidFill>
                <a:schemeClr val="accent5">
                  <a:lumMod val="75000"/>
                </a:schemeClr>
              </a:solidFill>
              <a:latin typeface="Corbel" panose="020B0503020204020204" pitchFamily="34" charset="0"/>
            </a:endParaRPr>
          </a:p>
        </p:txBody>
      </p:sp>
      <p:sp>
        <p:nvSpPr>
          <p:cNvPr id="34" name="TextBox 33">
            <a:extLst>
              <a:ext uri="{FF2B5EF4-FFF2-40B4-BE49-F238E27FC236}">
                <a16:creationId xmlns:a16="http://schemas.microsoft.com/office/drawing/2014/main" id="{802550A5-D2FF-CF13-E0BE-A86EC2E4BB00}"/>
              </a:ext>
            </a:extLst>
          </p:cNvPr>
          <p:cNvSpPr txBox="1"/>
          <p:nvPr/>
        </p:nvSpPr>
        <p:spPr>
          <a:xfrm>
            <a:off x="1562100" y="911752"/>
            <a:ext cx="712054" cy="307777"/>
          </a:xfrm>
          <a:prstGeom prst="rect">
            <a:avLst/>
          </a:prstGeom>
          <a:noFill/>
        </p:spPr>
        <p:txBody>
          <a:bodyPr wrap="none" rtlCol="0">
            <a:spAutoFit/>
          </a:bodyPr>
          <a:lstStyle/>
          <a:p>
            <a:r>
              <a:rPr lang="en-US" altLang="zh-CN" sz="1400" dirty="0">
                <a:solidFill>
                  <a:schemeClr val="bg1"/>
                </a:solidFill>
              </a:rPr>
              <a:t>&lt; Back</a:t>
            </a:r>
            <a:endParaRPr lang="zh-CN" altLang="en-US" sz="1400" dirty="0">
              <a:solidFill>
                <a:schemeClr val="bg1"/>
              </a:solidFill>
            </a:endParaRPr>
          </a:p>
        </p:txBody>
      </p:sp>
    </p:spTree>
    <p:extLst>
      <p:ext uri="{BB962C8B-B14F-4D97-AF65-F5344CB8AC3E}">
        <p14:creationId xmlns:p14="http://schemas.microsoft.com/office/powerpoint/2010/main" val="1766979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C26F6F7-289F-28F6-32FB-A8D05ECD03F6}"/>
              </a:ext>
            </a:extLst>
          </p:cNvPr>
          <p:cNvSpPr/>
          <p:nvPr/>
        </p:nvSpPr>
        <p:spPr>
          <a:xfrm>
            <a:off x="1350939" y="761683"/>
            <a:ext cx="9483794" cy="5334634"/>
          </a:xfrm>
          <a:prstGeom prst="roundRect">
            <a:avLst>
              <a:gd name="adj" fmla="val 0"/>
            </a:avLst>
          </a:prstGeom>
          <a:solidFill>
            <a:srgbClr val="BAE2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1">
            <a:extLst>
              <a:ext uri="{FF2B5EF4-FFF2-40B4-BE49-F238E27FC236}">
                <a16:creationId xmlns:a16="http://schemas.microsoft.com/office/drawing/2014/main" id="{3F461F16-3FCF-EA6D-0175-4D84970B3174}"/>
              </a:ext>
            </a:extLst>
          </p:cNvPr>
          <p:cNvSpPr/>
          <p:nvPr/>
        </p:nvSpPr>
        <p:spPr>
          <a:xfrm>
            <a:off x="6444054" y="760096"/>
            <a:ext cx="4389863" cy="5340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9">
            <a:extLst>
              <a:ext uri="{FF2B5EF4-FFF2-40B4-BE49-F238E27FC236}">
                <a16:creationId xmlns:a16="http://schemas.microsoft.com/office/drawing/2014/main" id="{356082E7-B012-6DFF-18D6-17D4C89D47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08649" y="675019"/>
            <a:ext cx="3026757" cy="4709634"/>
          </a:xfrm>
          <a:prstGeom prst="rect">
            <a:avLst/>
          </a:prstGeom>
        </p:spPr>
      </p:pic>
      <p:sp>
        <p:nvSpPr>
          <p:cNvPr id="11" name="TextBox 10">
            <a:extLst>
              <a:ext uri="{FF2B5EF4-FFF2-40B4-BE49-F238E27FC236}">
                <a16:creationId xmlns:a16="http://schemas.microsoft.com/office/drawing/2014/main" id="{868F9926-A163-9959-8775-EE3C6C7526DE}"/>
              </a:ext>
            </a:extLst>
          </p:cNvPr>
          <p:cNvSpPr txBox="1"/>
          <p:nvPr/>
        </p:nvSpPr>
        <p:spPr>
          <a:xfrm>
            <a:off x="3609257" y="4694536"/>
            <a:ext cx="2477088" cy="461665"/>
          </a:xfrm>
          <a:prstGeom prst="rect">
            <a:avLst/>
          </a:prstGeom>
          <a:noFill/>
        </p:spPr>
        <p:txBody>
          <a:bodyPr wrap="none" rtlCol="0">
            <a:spAutoFit/>
          </a:bodyPr>
          <a:lstStyle/>
          <a:p>
            <a:r>
              <a:rPr lang="en-US" altLang="zh-CN" sz="2400" dirty="0">
                <a:solidFill>
                  <a:schemeClr val="bg1"/>
                </a:solidFill>
                <a:latin typeface="Corbel" panose="020B0503020204020204" pitchFamily="34" charset="0"/>
              </a:rPr>
              <a:t>Start your journey</a:t>
            </a:r>
            <a:endParaRPr lang="zh-CN" altLang="en-US" sz="2400" dirty="0">
              <a:solidFill>
                <a:schemeClr val="bg1"/>
              </a:solidFill>
              <a:latin typeface="Corbel" panose="020B0503020204020204" pitchFamily="34" charset="0"/>
            </a:endParaRPr>
          </a:p>
        </p:txBody>
      </p:sp>
      <p:sp>
        <p:nvSpPr>
          <p:cNvPr id="12" name="TextBox 11">
            <a:extLst>
              <a:ext uri="{FF2B5EF4-FFF2-40B4-BE49-F238E27FC236}">
                <a16:creationId xmlns:a16="http://schemas.microsoft.com/office/drawing/2014/main" id="{0D686B7A-AAB6-2D73-19C4-35435AA5126B}"/>
              </a:ext>
            </a:extLst>
          </p:cNvPr>
          <p:cNvSpPr txBox="1"/>
          <p:nvPr/>
        </p:nvSpPr>
        <p:spPr>
          <a:xfrm>
            <a:off x="3608441" y="5156201"/>
            <a:ext cx="960519" cy="461665"/>
          </a:xfrm>
          <a:prstGeom prst="rect">
            <a:avLst/>
          </a:prstGeom>
          <a:noFill/>
        </p:spPr>
        <p:txBody>
          <a:bodyPr wrap="none" rtlCol="0">
            <a:spAutoFit/>
          </a:bodyPr>
          <a:lstStyle/>
          <a:p>
            <a:r>
              <a:rPr lang="en-US" altLang="zh-CN" sz="2400" b="1" dirty="0">
                <a:solidFill>
                  <a:schemeClr val="bg1"/>
                </a:solidFill>
                <a:latin typeface="Corbel" panose="020B0503020204020204" pitchFamily="34" charset="0"/>
              </a:rPr>
              <a:t>today</a:t>
            </a:r>
            <a:endParaRPr lang="zh-CN" altLang="en-US" sz="2400" b="1" dirty="0">
              <a:solidFill>
                <a:schemeClr val="bg1"/>
              </a:solidFill>
              <a:latin typeface="Corbel" panose="020B0503020204020204" pitchFamily="34" charset="0"/>
            </a:endParaRPr>
          </a:p>
        </p:txBody>
      </p:sp>
      <p:sp>
        <p:nvSpPr>
          <p:cNvPr id="13" name="Rectangle: Rounded Corners 12">
            <a:extLst>
              <a:ext uri="{FF2B5EF4-FFF2-40B4-BE49-F238E27FC236}">
                <a16:creationId xmlns:a16="http://schemas.microsoft.com/office/drawing/2014/main" id="{C3EFC91C-7134-FC50-8EA2-8B2845588EE0}"/>
              </a:ext>
            </a:extLst>
          </p:cNvPr>
          <p:cNvSpPr/>
          <p:nvPr/>
        </p:nvSpPr>
        <p:spPr>
          <a:xfrm>
            <a:off x="7715874" y="4735419"/>
            <a:ext cx="1952794" cy="421661"/>
          </a:xfrm>
          <a:prstGeom prst="roundRect">
            <a:avLst>
              <a:gd name="adj" fmla="val 41515"/>
            </a:avLst>
          </a:prstGeom>
          <a:solidFill>
            <a:srgbClr val="86C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1600" dirty="0">
                <a:solidFill>
                  <a:schemeClr val="bg1"/>
                </a:solidFill>
                <a:latin typeface="Corbel" panose="020B0503020204020204" pitchFamily="34" charset="0"/>
              </a:rPr>
              <a:t>Sign Up</a:t>
            </a:r>
          </a:p>
        </p:txBody>
      </p:sp>
      <p:sp>
        <p:nvSpPr>
          <p:cNvPr id="14" name="TextBox 13">
            <a:extLst>
              <a:ext uri="{FF2B5EF4-FFF2-40B4-BE49-F238E27FC236}">
                <a16:creationId xmlns:a16="http://schemas.microsoft.com/office/drawing/2014/main" id="{05329CB0-9394-306B-5D5A-7326716ED075}"/>
              </a:ext>
            </a:extLst>
          </p:cNvPr>
          <p:cNvSpPr txBox="1"/>
          <p:nvPr/>
        </p:nvSpPr>
        <p:spPr>
          <a:xfrm>
            <a:off x="7345860" y="5311681"/>
            <a:ext cx="2208040" cy="323165"/>
          </a:xfrm>
          <a:prstGeom prst="rect">
            <a:avLst/>
          </a:prstGeom>
          <a:noFill/>
        </p:spPr>
        <p:txBody>
          <a:bodyPr wrap="none" rtlCol="0">
            <a:spAutoFit/>
          </a:bodyPr>
          <a:lstStyle/>
          <a:p>
            <a:r>
              <a:rPr lang="en-US" altLang="zh-CN" sz="1500" dirty="0">
                <a:solidFill>
                  <a:schemeClr val="bg1">
                    <a:lumMod val="50000"/>
                  </a:schemeClr>
                </a:solidFill>
                <a:latin typeface="Corbel" panose="020B0503020204020204" pitchFamily="34" charset="0"/>
              </a:rPr>
              <a:t>Already have an account?</a:t>
            </a:r>
            <a:endParaRPr lang="zh-CN" altLang="en-US" sz="1500" dirty="0">
              <a:solidFill>
                <a:schemeClr val="bg1">
                  <a:lumMod val="50000"/>
                </a:schemeClr>
              </a:solidFill>
              <a:latin typeface="Corbel" panose="020B0503020204020204" pitchFamily="34" charset="0"/>
            </a:endParaRPr>
          </a:p>
        </p:txBody>
      </p:sp>
      <p:sp>
        <p:nvSpPr>
          <p:cNvPr id="15" name="TextBox 14">
            <a:extLst>
              <a:ext uri="{FF2B5EF4-FFF2-40B4-BE49-F238E27FC236}">
                <a16:creationId xmlns:a16="http://schemas.microsoft.com/office/drawing/2014/main" id="{8FFF24F7-BB6F-A81C-3B57-6EF328B0F86F}"/>
              </a:ext>
            </a:extLst>
          </p:cNvPr>
          <p:cNvSpPr txBox="1"/>
          <p:nvPr/>
        </p:nvSpPr>
        <p:spPr>
          <a:xfrm>
            <a:off x="9449638" y="5306919"/>
            <a:ext cx="635110" cy="323165"/>
          </a:xfrm>
          <a:prstGeom prst="rect">
            <a:avLst/>
          </a:prstGeom>
          <a:noFill/>
        </p:spPr>
        <p:txBody>
          <a:bodyPr wrap="none" rtlCol="0">
            <a:spAutoFit/>
          </a:bodyPr>
          <a:lstStyle/>
          <a:p>
            <a:r>
              <a:rPr lang="en-US" altLang="zh-CN" sz="1500" dirty="0">
                <a:solidFill>
                  <a:schemeClr val="accent5">
                    <a:lumMod val="75000"/>
                  </a:schemeClr>
                </a:solidFill>
                <a:latin typeface="Corbel" panose="020B0503020204020204" pitchFamily="34" charset="0"/>
              </a:rPr>
              <a:t>Login</a:t>
            </a:r>
            <a:endParaRPr lang="zh-CN" altLang="en-US" sz="1500" dirty="0">
              <a:solidFill>
                <a:schemeClr val="accent5">
                  <a:lumMod val="75000"/>
                </a:schemeClr>
              </a:solidFill>
              <a:latin typeface="Corbel" panose="020B0503020204020204" pitchFamily="34" charset="0"/>
            </a:endParaRPr>
          </a:p>
        </p:txBody>
      </p:sp>
      <p:sp>
        <p:nvSpPr>
          <p:cNvPr id="16" name="TextBox 15">
            <a:extLst>
              <a:ext uri="{FF2B5EF4-FFF2-40B4-BE49-F238E27FC236}">
                <a16:creationId xmlns:a16="http://schemas.microsoft.com/office/drawing/2014/main" id="{8664BB7F-FA53-92C9-67E6-96E8CDDFD438}"/>
              </a:ext>
            </a:extLst>
          </p:cNvPr>
          <p:cNvSpPr txBox="1"/>
          <p:nvPr/>
        </p:nvSpPr>
        <p:spPr>
          <a:xfrm>
            <a:off x="1562100" y="911752"/>
            <a:ext cx="712054" cy="307777"/>
          </a:xfrm>
          <a:prstGeom prst="rect">
            <a:avLst/>
          </a:prstGeom>
          <a:noFill/>
        </p:spPr>
        <p:txBody>
          <a:bodyPr wrap="none" rtlCol="0">
            <a:spAutoFit/>
          </a:bodyPr>
          <a:lstStyle/>
          <a:p>
            <a:r>
              <a:rPr lang="en-US" altLang="zh-CN" sz="1400" dirty="0"/>
              <a:t>&lt; Back</a:t>
            </a:r>
            <a:endParaRPr lang="zh-CN" altLang="en-US" sz="1400" dirty="0"/>
          </a:p>
        </p:txBody>
      </p:sp>
      <p:sp>
        <p:nvSpPr>
          <p:cNvPr id="17" name="TextBox 16">
            <a:extLst>
              <a:ext uri="{FF2B5EF4-FFF2-40B4-BE49-F238E27FC236}">
                <a16:creationId xmlns:a16="http://schemas.microsoft.com/office/drawing/2014/main" id="{4B441727-2A03-5865-831B-9FA87B4522AB}"/>
              </a:ext>
            </a:extLst>
          </p:cNvPr>
          <p:cNvSpPr txBox="1"/>
          <p:nvPr/>
        </p:nvSpPr>
        <p:spPr>
          <a:xfrm>
            <a:off x="6863441" y="1474778"/>
            <a:ext cx="2208874" cy="461665"/>
          </a:xfrm>
          <a:prstGeom prst="rect">
            <a:avLst/>
          </a:prstGeom>
          <a:noFill/>
        </p:spPr>
        <p:txBody>
          <a:bodyPr wrap="none" rtlCol="0">
            <a:spAutoFit/>
          </a:bodyPr>
          <a:lstStyle/>
          <a:p>
            <a:r>
              <a:rPr lang="en-US" altLang="zh-CN" sz="2400" b="1" dirty="0">
                <a:latin typeface="Corbel" panose="020B0503020204020204" pitchFamily="34" charset="0"/>
              </a:rPr>
              <a:t>Create Account</a:t>
            </a:r>
            <a:endParaRPr lang="zh-CN" altLang="en-US" sz="2400" b="1" dirty="0">
              <a:latin typeface="Corbel" panose="020B0503020204020204" pitchFamily="34" charset="0"/>
            </a:endParaRPr>
          </a:p>
        </p:txBody>
      </p:sp>
      <p:sp>
        <p:nvSpPr>
          <p:cNvPr id="18" name="Rectangle: Rounded Corners 17">
            <a:extLst>
              <a:ext uri="{FF2B5EF4-FFF2-40B4-BE49-F238E27FC236}">
                <a16:creationId xmlns:a16="http://schemas.microsoft.com/office/drawing/2014/main" id="{91677B89-F288-CFE7-4B14-F03C635978E4}"/>
              </a:ext>
            </a:extLst>
          </p:cNvPr>
          <p:cNvSpPr/>
          <p:nvPr/>
        </p:nvSpPr>
        <p:spPr>
          <a:xfrm>
            <a:off x="6962646" y="2208292"/>
            <a:ext cx="3401902" cy="421661"/>
          </a:xfrm>
          <a:prstGeom prst="roundRect">
            <a:avLst>
              <a:gd name="adj" fmla="val 50000"/>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bg1">
                    <a:lumMod val="65000"/>
                  </a:schemeClr>
                </a:solidFill>
                <a:latin typeface="Corbel" panose="020B0503020204020204" pitchFamily="34" charset="0"/>
              </a:rPr>
              <a:t>Username</a:t>
            </a:r>
            <a:endParaRPr lang="zh-CN" altLang="en-US" sz="1600" dirty="0">
              <a:solidFill>
                <a:schemeClr val="bg1">
                  <a:lumMod val="65000"/>
                </a:schemeClr>
              </a:solidFill>
              <a:latin typeface="Corbel" panose="020B0503020204020204" pitchFamily="34" charset="0"/>
            </a:endParaRPr>
          </a:p>
        </p:txBody>
      </p:sp>
      <p:sp>
        <p:nvSpPr>
          <p:cNvPr id="19" name="Rectangle: Rounded Corners 18">
            <a:extLst>
              <a:ext uri="{FF2B5EF4-FFF2-40B4-BE49-F238E27FC236}">
                <a16:creationId xmlns:a16="http://schemas.microsoft.com/office/drawing/2014/main" id="{D32E8041-08A5-8FE6-3ED5-BD3ED930F88F}"/>
              </a:ext>
            </a:extLst>
          </p:cNvPr>
          <p:cNvSpPr/>
          <p:nvPr/>
        </p:nvSpPr>
        <p:spPr>
          <a:xfrm>
            <a:off x="6962646" y="2772717"/>
            <a:ext cx="3401902" cy="421661"/>
          </a:xfrm>
          <a:prstGeom prst="roundRect">
            <a:avLst>
              <a:gd name="adj" fmla="val 50000"/>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zh-CN" sz="1600" dirty="0">
                <a:solidFill>
                  <a:schemeClr val="bg1">
                    <a:lumMod val="65000"/>
                  </a:schemeClr>
                </a:solidFill>
                <a:latin typeface="Corbel" panose="020B0503020204020204" pitchFamily="34" charset="0"/>
              </a:rPr>
              <a:t>Email</a:t>
            </a:r>
          </a:p>
        </p:txBody>
      </p:sp>
      <p:sp>
        <p:nvSpPr>
          <p:cNvPr id="20" name="Rectangle: Rounded Corners 19">
            <a:extLst>
              <a:ext uri="{FF2B5EF4-FFF2-40B4-BE49-F238E27FC236}">
                <a16:creationId xmlns:a16="http://schemas.microsoft.com/office/drawing/2014/main" id="{B5430D6E-87C0-93B6-2B9B-555B51103D47}"/>
              </a:ext>
            </a:extLst>
          </p:cNvPr>
          <p:cNvSpPr/>
          <p:nvPr/>
        </p:nvSpPr>
        <p:spPr>
          <a:xfrm>
            <a:off x="6956575" y="3337142"/>
            <a:ext cx="3401902" cy="421661"/>
          </a:xfrm>
          <a:prstGeom prst="roundRect">
            <a:avLst>
              <a:gd name="adj" fmla="val 50000"/>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zh-CN" sz="1600" dirty="0">
                <a:solidFill>
                  <a:schemeClr val="bg1">
                    <a:lumMod val="65000"/>
                  </a:schemeClr>
                </a:solidFill>
                <a:latin typeface="Corbel" panose="020B0503020204020204" pitchFamily="34" charset="0"/>
              </a:rPr>
              <a:t>Password</a:t>
            </a:r>
          </a:p>
        </p:txBody>
      </p:sp>
      <p:sp>
        <p:nvSpPr>
          <p:cNvPr id="21" name="Rectangle: Rounded Corners 20">
            <a:extLst>
              <a:ext uri="{FF2B5EF4-FFF2-40B4-BE49-F238E27FC236}">
                <a16:creationId xmlns:a16="http://schemas.microsoft.com/office/drawing/2014/main" id="{D8E84B3D-35E9-98DA-3318-3AE5F8267BD6}"/>
              </a:ext>
            </a:extLst>
          </p:cNvPr>
          <p:cNvSpPr/>
          <p:nvPr/>
        </p:nvSpPr>
        <p:spPr>
          <a:xfrm>
            <a:off x="6956575" y="3897064"/>
            <a:ext cx="3401902" cy="421661"/>
          </a:xfrm>
          <a:prstGeom prst="roundRect">
            <a:avLst>
              <a:gd name="adj" fmla="val 50000"/>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zh-CN" sz="1600" dirty="0">
                <a:solidFill>
                  <a:schemeClr val="bg1">
                    <a:lumMod val="65000"/>
                  </a:schemeClr>
                </a:solidFill>
                <a:latin typeface="Corbel" panose="020B0503020204020204" pitchFamily="34" charset="0"/>
              </a:rPr>
              <a:t>Confirm Password</a:t>
            </a:r>
          </a:p>
        </p:txBody>
      </p:sp>
    </p:spTree>
    <p:extLst>
      <p:ext uri="{BB962C8B-B14F-4D97-AF65-F5344CB8AC3E}">
        <p14:creationId xmlns:p14="http://schemas.microsoft.com/office/powerpoint/2010/main" val="142490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rPr>
              <a:t>SafeWisdom</a:t>
            </a:r>
            <a:endParaRPr kumimoji="0" lang="zh-CN" altLang="en-US"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16" name="Rectangle 15">
            <a:extLst>
              <a:ext uri="{FF2B5EF4-FFF2-40B4-BE49-F238E27FC236}">
                <a16:creationId xmlns:a16="http://schemas.microsoft.com/office/drawing/2014/main" id="{24FDC13A-A561-2BF8-F789-92D559327AAA}"/>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Picture 16">
            <a:extLst>
              <a:ext uri="{FF2B5EF4-FFF2-40B4-BE49-F238E27FC236}">
                <a16:creationId xmlns:a16="http://schemas.microsoft.com/office/drawing/2014/main" id="{793BEC6E-1CC8-B84F-CDF3-BB41C0D740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9" name="Picture 18">
            <a:extLst>
              <a:ext uri="{FF2B5EF4-FFF2-40B4-BE49-F238E27FC236}">
                <a16:creationId xmlns:a16="http://schemas.microsoft.com/office/drawing/2014/main" id="{22201DD3-9A9B-495C-6569-5B42623E8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21" name="Rectangle 20">
            <a:extLst>
              <a:ext uri="{FF2B5EF4-FFF2-40B4-BE49-F238E27FC236}">
                <a16:creationId xmlns:a16="http://schemas.microsoft.com/office/drawing/2014/main" id="{D9D33043-FED0-3E3D-AA5D-9C6CAE6EA73A}"/>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Picture 24">
            <a:extLst>
              <a:ext uri="{FF2B5EF4-FFF2-40B4-BE49-F238E27FC236}">
                <a16:creationId xmlns:a16="http://schemas.microsoft.com/office/drawing/2014/main" id="{47CEC38F-6696-90B8-3CBA-0815C657DF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27" name="Picture 26">
            <a:extLst>
              <a:ext uri="{FF2B5EF4-FFF2-40B4-BE49-F238E27FC236}">
                <a16:creationId xmlns:a16="http://schemas.microsoft.com/office/drawing/2014/main" id="{41500903-0525-FCD4-815C-541751C474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33" name="Picture 32">
            <a:extLst>
              <a:ext uri="{FF2B5EF4-FFF2-40B4-BE49-F238E27FC236}">
                <a16:creationId xmlns:a16="http://schemas.microsoft.com/office/drawing/2014/main" id="{4F84DA64-6D28-76AD-C00D-4696DC05F3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0" name="Rectangle 39">
            <a:extLst>
              <a:ext uri="{FF2B5EF4-FFF2-40B4-BE49-F238E27FC236}">
                <a16:creationId xmlns:a16="http://schemas.microsoft.com/office/drawing/2014/main" id="{3CBE228F-94CB-0F03-CF56-1C2AA69A49F9}"/>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Picture 42">
            <a:extLst>
              <a:ext uri="{FF2B5EF4-FFF2-40B4-BE49-F238E27FC236}">
                <a16:creationId xmlns:a16="http://schemas.microsoft.com/office/drawing/2014/main" id="{5C1FA209-6435-0B39-28C9-3734372508F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52" name="Picture 51">
            <a:extLst>
              <a:ext uri="{FF2B5EF4-FFF2-40B4-BE49-F238E27FC236}">
                <a16:creationId xmlns:a16="http://schemas.microsoft.com/office/drawing/2014/main" id="{05F62A85-9BF6-3C55-CFBE-4ACCABD01D0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54" name="Picture 53">
            <a:extLst>
              <a:ext uri="{FF2B5EF4-FFF2-40B4-BE49-F238E27FC236}">
                <a16:creationId xmlns:a16="http://schemas.microsoft.com/office/drawing/2014/main" id="{E5FCE64F-4AB1-B1A3-45E0-03F55539DA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56" name="Picture 55">
            <a:extLst>
              <a:ext uri="{FF2B5EF4-FFF2-40B4-BE49-F238E27FC236}">
                <a16:creationId xmlns:a16="http://schemas.microsoft.com/office/drawing/2014/main" id="{4812833F-6C24-769F-E23F-8167E43015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58" name="Rectangle 57">
            <a:extLst>
              <a:ext uri="{FF2B5EF4-FFF2-40B4-BE49-F238E27FC236}">
                <a16:creationId xmlns:a16="http://schemas.microsoft.com/office/drawing/2014/main" id="{5633C12B-5E3D-3C49-509A-8D28D4031FA3}"/>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Picture 58">
            <a:extLst>
              <a:ext uri="{FF2B5EF4-FFF2-40B4-BE49-F238E27FC236}">
                <a16:creationId xmlns:a16="http://schemas.microsoft.com/office/drawing/2014/main" id="{2C70E987-9BA5-9051-FDF9-A89C1E04EC1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61" name="Picture 60">
            <a:extLst>
              <a:ext uri="{FF2B5EF4-FFF2-40B4-BE49-F238E27FC236}">
                <a16:creationId xmlns:a16="http://schemas.microsoft.com/office/drawing/2014/main" id="{5B7C1655-7739-19F1-3342-55DE657E253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
        <p:nvSpPr>
          <p:cNvPr id="11" name="TextBox 10">
            <a:extLst>
              <a:ext uri="{FF2B5EF4-FFF2-40B4-BE49-F238E27FC236}">
                <a16:creationId xmlns:a16="http://schemas.microsoft.com/office/drawing/2014/main" id="{EBA7FA7F-3C69-F3CE-5B7E-63DD7CD36B36}"/>
              </a:ext>
            </a:extLst>
          </p:cNvPr>
          <p:cNvSpPr txBox="1"/>
          <p:nvPr/>
        </p:nvSpPr>
        <p:spPr>
          <a:xfrm>
            <a:off x="4891623" y="2841911"/>
            <a:ext cx="3433953" cy="707886"/>
          </a:xfrm>
          <a:prstGeom prst="rect">
            <a:avLst/>
          </a:prstGeom>
          <a:noFill/>
        </p:spPr>
        <p:txBody>
          <a:bodyPr wrap="none" rtlCol="0">
            <a:spAutoFit/>
          </a:bodyPr>
          <a:lstStyle/>
          <a:p>
            <a:r>
              <a:rPr lang="en-US" altLang="zh-CN" sz="4000" b="1" dirty="0">
                <a:latin typeface="Corbel" panose="020B0503020204020204" pitchFamily="34" charset="0"/>
              </a:rPr>
              <a:t>SAFEWISDOM</a:t>
            </a:r>
            <a:endParaRPr lang="zh-CN" altLang="en-US" sz="3600" b="1" dirty="0">
              <a:latin typeface="Corbel" panose="020B0503020204020204" pitchFamily="34" charset="0"/>
            </a:endParaRPr>
          </a:p>
        </p:txBody>
      </p:sp>
      <p:sp>
        <p:nvSpPr>
          <p:cNvPr id="12" name="TextBox 11">
            <a:extLst>
              <a:ext uri="{FF2B5EF4-FFF2-40B4-BE49-F238E27FC236}">
                <a16:creationId xmlns:a16="http://schemas.microsoft.com/office/drawing/2014/main" id="{23B0FBD9-A310-900E-3E03-A8AE9609BADB}"/>
              </a:ext>
            </a:extLst>
          </p:cNvPr>
          <p:cNvSpPr txBox="1"/>
          <p:nvPr/>
        </p:nvSpPr>
        <p:spPr>
          <a:xfrm>
            <a:off x="4891623" y="3365130"/>
            <a:ext cx="1119217" cy="400110"/>
          </a:xfrm>
          <a:prstGeom prst="rect">
            <a:avLst/>
          </a:prstGeom>
          <a:noFill/>
        </p:spPr>
        <p:txBody>
          <a:bodyPr wrap="none" rtlCol="0">
            <a:spAutoFit/>
          </a:bodyPr>
          <a:lstStyle/>
          <a:p>
            <a:r>
              <a:rPr lang="en-US" altLang="zh-CN" sz="2000" dirty="0">
                <a:latin typeface="Corbel" panose="020B0503020204020204" pitchFamily="34" charset="0"/>
              </a:rPr>
              <a:t>software</a:t>
            </a:r>
            <a:endParaRPr lang="en-US" altLang="zh-CN" sz="1200" dirty="0">
              <a:latin typeface="Corbel" panose="020B0503020204020204" pitchFamily="34" charset="0"/>
            </a:endParaRPr>
          </a:p>
        </p:txBody>
      </p:sp>
      <p:sp>
        <p:nvSpPr>
          <p:cNvPr id="14" name="TextBox 13">
            <a:extLst>
              <a:ext uri="{FF2B5EF4-FFF2-40B4-BE49-F238E27FC236}">
                <a16:creationId xmlns:a16="http://schemas.microsoft.com/office/drawing/2014/main" id="{CDB012C5-6561-0F8E-8047-CB58B02604BA}"/>
              </a:ext>
            </a:extLst>
          </p:cNvPr>
          <p:cNvSpPr txBox="1"/>
          <p:nvPr/>
        </p:nvSpPr>
        <p:spPr>
          <a:xfrm>
            <a:off x="5165358" y="3687731"/>
            <a:ext cx="1757212" cy="584775"/>
          </a:xfrm>
          <a:prstGeom prst="rect">
            <a:avLst/>
          </a:prstGeom>
          <a:noFill/>
        </p:spPr>
        <p:txBody>
          <a:bodyPr wrap="none" rtlCol="0">
            <a:spAutoFit/>
          </a:bodyPr>
          <a:lstStyle/>
          <a:p>
            <a:r>
              <a:rPr lang="en-US" altLang="zh-CN" sz="3200" dirty="0">
                <a:latin typeface="Corbel" panose="020B0503020204020204" pitchFamily="34" charset="0"/>
              </a:rPr>
              <a:t>19: 12: 38</a:t>
            </a:r>
            <a:endParaRPr lang="en-US" altLang="zh-CN" dirty="0">
              <a:latin typeface="Corbel" panose="020B0503020204020204" pitchFamily="34" charset="0"/>
            </a:endParaRPr>
          </a:p>
        </p:txBody>
      </p:sp>
      <p:sp>
        <p:nvSpPr>
          <p:cNvPr id="15" name="TextBox 14">
            <a:extLst>
              <a:ext uri="{FF2B5EF4-FFF2-40B4-BE49-F238E27FC236}">
                <a16:creationId xmlns:a16="http://schemas.microsoft.com/office/drawing/2014/main" id="{AB3D5B32-5C5F-0685-BDDB-F1E2201447BC}"/>
              </a:ext>
            </a:extLst>
          </p:cNvPr>
          <p:cNvSpPr txBox="1"/>
          <p:nvPr/>
        </p:nvSpPr>
        <p:spPr>
          <a:xfrm>
            <a:off x="4698788" y="4272506"/>
            <a:ext cx="2690352" cy="338554"/>
          </a:xfrm>
          <a:prstGeom prst="rect">
            <a:avLst/>
          </a:prstGeom>
          <a:noFill/>
        </p:spPr>
        <p:txBody>
          <a:bodyPr wrap="none" rtlCol="0">
            <a:spAutoFit/>
          </a:bodyPr>
          <a:lstStyle/>
          <a:p>
            <a:r>
              <a:rPr lang="en-US" altLang="zh-CN" sz="1600" dirty="0">
                <a:solidFill>
                  <a:srgbClr val="B596E2"/>
                </a:solidFill>
                <a:latin typeface="Corbel" panose="020B0503020204020204" pitchFamily="34" charset="0"/>
              </a:rPr>
              <a:t>Thursday, December 19, 2019</a:t>
            </a:r>
            <a:endParaRPr lang="en-US" altLang="zh-CN" sz="1050" dirty="0">
              <a:solidFill>
                <a:srgbClr val="B596E2"/>
              </a:solidFill>
              <a:latin typeface="Corbel" panose="020B0503020204020204" pitchFamily="34" charset="0"/>
            </a:endParaRPr>
          </a:p>
        </p:txBody>
      </p:sp>
      <p:pic>
        <p:nvPicPr>
          <p:cNvPr id="29" name="Picture 28">
            <a:extLst>
              <a:ext uri="{FF2B5EF4-FFF2-40B4-BE49-F238E27FC236}">
                <a16:creationId xmlns:a16="http://schemas.microsoft.com/office/drawing/2014/main" id="{CF43E779-F4B2-FA42-2E65-193A2EBF67A6}"/>
              </a:ext>
            </a:extLst>
          </p:cNvPr>
          <p:cNvPicPr>
            <a:picLocks noChangeAspect="1"/>
          </p:cNvPicPr>
          <p:nvPr/>
        </p:nvPicPr>
        <p:blipFill rotWithShape="1">
          <a:blip r:embed="rId2">
            <a:extLst>
              <a:ext uri="{28A0092B-C50C-407E-A947-70E740481C1C}">
                <a14:useLocalDpi xmlns:a14="http://schemas.microsoft.com/office/drawing/2010/main" val="0"/>
              </a:ext>
            </a:extLst>
          </a:blip>
          <a:srcRect l="13472" t="13472" r="13472" b="13472"/>
          <a:stretch/>
        </p:blipFill>
        <p:spPr>
          <a:xfrm>
            <a:off x="3812963" y="2871644"/>
            <a:ext cx="910800" cy="885930"/>
          </a:xfrm>
          <a:prstGeom prst="rect">
            <a:avLst/>
          </a:prstGeom>
        </p:spPr>
      </p:pic>
    </p:spTree>
    <p:extLst>
      <p:ext uri="{BB962C8B-B14F-4D97-AF65-F5344CB8AC3E}">
        <p14:creationId xmlns:p14="http://schemas.microsoft.com/office/powerpoint/2010/main" val="3777768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rPr>
              <a:t>SafeWisdom</a:t>
            </a:r>
            <a:endParaRPr kumimoji="0" lang="zh-CN" altLang="en-US"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pic>
        <p:nvPicPr>
          <p:cNvPr id="6" name="Picture 5" descr="Graphical user interface&#10;&#10;Description automatically generated">
            <a:extLst>
              <a:ext uri="{FF2B5EF4-FFF2-40B4-BE49-F238E27FC236}">
                <a16:creationId xmlns:a16="http://schemas.microsoft.com/office/drawing/2014/main" id="{9808A679-29B6-8E0F-A21D-D8F08D61F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163" y="1294487"/>
            <a:ext cx="4448907" cy="4448907"/>
          </a:xfrm>
          <a:prstGeom prst="rect">
            <a:avLst/>
          </a:prstGeom>
        </p:spPr>
      </p:pic>
      <p:sp>
        <p:nvSpPr>
          <p:cNvPr id="10" name="TextBox 9">
            <a:extLst>
              <a:ext uri="{FF2B5EF4-FFF2-40B4-BE49-F238E27FC236}">
                <a16:creationId xmlns:a16="http://schemas.microsoft.com/office/drawing/2014/main" id="{EDA1FC0A-1863-B79C-8439-BB715019FD23}"/>
              </a:ext>
            </a:extLst>
          </p:cNvPr>
          <p:cNvSpPr txBox="1"/>
          <p:nvPr/>
        </p:nvSpPr>
        <p:spPr>
          <a:xfrm>
            <a:off x="6199676" y="2139556"/>
            <a:ext cx="5088252" cy="461665"/>
          </a:xfrm>
          <a:prstGeom prst="rect">
            <a:avLst/>
          </a:prstGeom>
          <a:noFill/>
        </p:spPr>
        <p:txBody>
          <a:bodyPr wrap="none" rtlCol="0">
            <a:spAutoFit/>
          </a:bodyPr>
          <a:lstStyle/>
          <a:p>
            <a:r>
              <a:rPr lang="en-US" altLang="zh-CN" sz="2400" b="1" dirty="0">
                <a:latin typeface="Corbel" panose="020B0503020204020204" pitchFamily="34" charset="0"/>
              </a:rPr>
              <a:t>Why is computer security important?</a:t>
            </a:r>
            <a:endParaRPr lang="zh-CN" altLang="en-US" sz="2400" b="1" dirty="0">
              <a:latin typeface="Corbel" panose="020B0503020204020204" pitchFamily="34" charset="0"/>
            </a:endParaRPr>
          </a:p>
        </p:txBody>
      </p:sp>
      <p:sp>
        <p:nvSpPr>
          <p:cNvPr id="13" name="TextBox 12">
            <a:extLst>
              <a:ext uri="{FF2B5EF4-FFF2-40B4-BE49-F238E27FC236}">
                <a16:creationId xmlns:a16="http://schemas.microsoft.com/office/drawing/2014/main" id="{35E675CB-4771-2145-8657-76AAF3256C60}"/>
              </a:ext>
            </a:extLst>
          </p:cNvPr>
          <p:cNvSpPr txBox="1"/>
          <p:nvPr/>
        </p:nvSpPr>
        <p:spPr>
          <a:xfrm>
            <a:off x="6199677" y="2883448"/>
            <a:ext cx="5709600" cy="1815882"/>
          </a:xfrm>
          <a:prstGeom prst="rect">
            <a:avLst/>
          </a:prstGeom>
          <a:noFill/>
        </p:spPr>
        <p:txBody>
          <a:bodyPr wrap="square" rtlCol="0">
            <a:spAutoFit/>
          </a:bodyPr>
          <a:lstStyle/>
          <a:p>
            <a:r>
              <a:rPr lang="en-US" altLang="zh-CN" sz="1600" dirty="0">
                <a:latin typeface="Corbel" panose="020B0503020204020204" pitchFamily="34" charset="0"/>
              </a:rPr>
              <a:t>Computer security is very important because it can protect your information. In general, people usually do not consider computer security, which leads to the potential problem of security vulnerabilities. It's also important to take care of your computer's overall "health"; Proper security helps prevent viruses and malicious code from spreading, thus making programs run faster and more smoothly.</a:t>
            </a:r>
          </a:p>
        </p:txBody>
      </p:sp>
      <p:sp>
        <p:nvSpPr>
          <p:cNvPr id="9" name="Rectangle 8">
            <a:extLst>
              <a:ext uri="{FF2B5EF4-FFF2-40B4-BE49-F238E27FC236}">
                <a16:creationId xmlns:a16="http://schemas.microsoft.com/office/drawing/2014/main" id="{794EEE40-03AF-02FE-7585-7A8A099579AD}"/>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10">
            <a:extLst>
              <a:ext uri="{FF2B5EF4-FFF2-40B4-BE49-F238E27FC236}">
                <a16:creationId xmlns:a16="http://schemas.microsoft.com/office/drawing/2014/main" id="{8AC451C7-EA50-4A17-DC97-D7EE2E3CFA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2" name="Picture 11">
            <a:extLst>
              <a:ext uri="{FF2B5EF4-FFF2-40B4-BE49-F238E27FC236}">
                <a16:creationId xmlns:a16="http://schemas.microsoft.com/office/drawing/2014/main" id="{151BE226-D251-9A40-9E4F-57FC0AF71A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14" name="Rectangle 13">
            <a:extLst>
              <a:ext uri="{FF2B5EF4-FFF2-40B4-BE49-F238E27FC236}">
                <a16:creationId xmlns:a16="http://schemas.microsoft.com/office/drawing/2014/main" id="{73F7950B-A033-36B6-A660-E8CE1B6C8720}"/>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14">
            <a:extLst>
              <a:ext uri="{FF2B5EF4-FFF2-40B4-BE49-F238E27FC236}">
                <a16:creationId xmlns:a16="http://schemas.microsoft.com/office/drawing/2014/main" id="{FBDCDC0A-4AB7-A578-D329-B624A42912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22" name="Picture 21">
            <a:extLst>
              <a:ext uri="{FF2B5EF4-FFF2-40B4-BE49-F238E27FC236}">
                <a16:creationId xmlns:a16="http://schemas.microsoft.com/office/drawing/2014/main" id="{69D00469-F295-F17A-4BA9-A6521891DB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23" name="Picture 22">
            <a:extLst>
              <a:ext uri="{FF2B5EF4-FFF2-40B4-BE49-F238E27FC236}">
                <a16:creationId xmlns:a16="http://schemas.microsoft.com/office/drawing/2014/main" id="{8C09EF7C-DE33-5E33-D3E6-229E47F9AA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24" name="Rectangle 23">
            <a:extLst>
              <a:ext uri="{FF2B5EF4-FFF2-40B4-BE49-F238E27FC236}">
                <a16:creationId xmlns:a16="http://schemas.microsoft.com/office/drawing/2014/main" id="{3A2EA393-56DB-0FE6-77F3-D850AFABDC10}"/>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Picture 27">
            <a:extLst>
              <a:ext uri="{FF2B5EF4-FFF2-40B4-BE49-F238E27FC236}">
                <a16:creationId xmlns:a16="http://schemas.microsoft.com/office/drawing/2014/main" id="{69ACBB0C-CAA1-96B4-DBA9-B2351AFF23E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29" name="Picture 28">
            <a:extLst>
              <a:ext uri="{FF2B5EF4-FFF2-40B4-BE49-F238E27FC236}">
                <a16:creationId xmlns:a16="http://schemas.microsoft.com/office/drawing/2014/main" id="{782E6D13-D152-A6CB-58BD-0374605D174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31" name="Picture 30">
            <a:extLst>
              <a:ext uri="{FF2B5EF4-FFF2-40B4-BE49-F238E27FC236}">
                <a16:creationId xmlns:a16="http://schemas.microsoft.com/office/drawing/2014/main" id="{FCA1C1E6-98C7-3015-29B0-06131181F0B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32" name="Picture 31">
            <a:extLst>
              <a:ext uri="{FF2B5EF4-FFF2-40B4-BE49-F238E27FC236}">
                <a16:creationId xmlns:a16="http://schemas.microsoft.com/office/drawing/2014/main" id="{5BB19667-5FA7-73FF-EF49-A97015F3F49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35" name="Rectangle 34">
            <a:extLst>
              <a:ext uri="{FF2B5EF4-FFF2-40B4-BE49-F238E27FC236}">
                <a16:creationId xmlns:a16="http://schemas.microsoft.com/office/drawing/2014/main" id="{F9CE9B9A-7B02-CE94-D188-01CA09A135FF}"/>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Picture 35">
            <a:extLst>
              <a:ext uri="{FF2B5EF4-FFF2-40B4-BE49-F238E27FC236}">
                <a16:creationId xmlns:a16="http://schemas.microsoft.com/office/drawing/2014/main" id="{023A7032-9BF9-6E81-DF38-6314DF2D2CD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37" name="Picture 36">
            <a:extLst>
              <a:ext uri="{FF2B5EF4-FFF2-40B4-BE49-F238E27FC236}">
                <a16:creationId xmlns:a16="http://schemas.microsoft.com/office/drawing/2014/main" id="{0C92E9CE-6E9C-E4CE-42AA-E33933A595C7}"/>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233466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rPr>
              <a:t>SafeWisdom</a:t>
            </a:r>
            <a:endParaRPr kumimoji="0" lang="zh-CN" altLang="en-US" sz="1400" b="0" i="0" u="none" strike="noStrike" kern="1200" cap="none" spc="0" normalizeH="0" baseline="0" noProof="0" dirty="0">
              <a:ln>
                <a:noFill/>
              </a:ln>
              <a:solidFill>
                <a:prstClr val="black"/>
              </a:solidFill>
              <a:effectLst/>
              <a:uLnTx/>
              <a:uFillTx/>
              <a:latin typeface="Corbel" panose="020B0503020204020204" pitchFamily="34" charset="0"/>
              <a:ea typeface="等线" panose="02010600030101010101" pitchFamily="2" charset="-122"/>
              <a:cs typeface="+mn-cs"/>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9" name="TextBox 8">
            <a:extLst>
              <a:ext uri="{FF2B5EF4-FFF2-40B4-BE49-F238E27FC236}">
                <a16:creationId xmlns:a16="http://schemas.microsoft.com/office/drawing/2014/main" id="{547B77A5-B7C5-B166-778C-CBC7F2CB030F}"/>
              </a:ext>
            </a:extLst>
          </p:cNvPr>
          <p:cNvSpPr txBox="1"/>
          <p:nvPr/>
        </p:nvSpPr>
        <p:spPr>
          <a:xfrm>
            <a:off x="3706898" y="1430880"/>
            <a:ext cx="5635453" cy="584775"/>
          </a:xfrm>
          <a:prstGeom prst="rect">
            <a:avLst/>
          </a:prstGeom>
          <a:noFill/>
        </p:spPr>
        <p:txBody>
          <a:bodyPr wrap="none" rtlCol="0">
            <a:spAutoFit/>
          </a:bodyPr>
          <a:lstStyle/>
          <a:p>
            <a:r>
              <a:rPr lang="en-US" altLang="zh-CN" sz="3200" dirty="0">
                <a:latin typeface="Corbel" panose="020B0503020204020204" pitchFamily="34" charset="0"/>
              </a:rPr>
              <a:t>Common Types of Cyber Threats</a:t>
            </a:r>
            <a:endParaRPr lang="zh-CN" altLang="en-US" sz="3200" dirty="0">
              <a:latin typeface="Corbel" panose="020B0503020204020204" pitchFamily="34" charset="0"/>
            </a:endParaRPr>
          </a:p>
        </p:txBody>
      </p:sp>
      <p:cxnSp>
        <p:nvCxnSpPr>
          <p:cNvPr id="11" name="Straight Connector 10">
            <a:extLst>
              <a:ext uri="{FF2B5EF4-FFF2-40B4-BE49-F238E27FC236}">
                <a16:creationId xmlns:a16="http://schemas.microsoft.com/office/drawing/2014/main" id="{CCE7423C-B533-5826-C48A-ABBFC5643285}"/>
              </a:ext>
            </a:extLst>
          </p:cNvPr>
          <p:cNvCxnSpPr/>
          <p:nvPr/>
        </p:nvCxnSpPr>
        <p:spPr>
          <a:xfrm>
            <a:off x="5453454" y="2152650"/>
            <a:ext cx="21673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0B6877F-17AD-5760-59D3-D55899AD0A52}"/>
              </a:ext>
            </a:extLst>
          </p:cNvPr>
          <p:cNvSpPr/>
          <p:nvPr/>
        </p:nvSpPr>
        <p:spPr>
          <a:xfrm>
            <a:off x="4684505" y="2718226"/>
            <a:ext cx="3609975" cy="3343272"/>
          </a:xfrm>
          <a:prstGeom prst="rect">
            <a:avLst/>
          </a:prstGeom>
          <a:solidFill>
            <a:schemeClr val="bg1">
              <a:lumMod val="8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tx1"/>
                </a:solidFill>
                <a:latin typeface="Corbel" panose="020B0503020204020204" pitchFamily="34" charset="0"/>
              </a:rPr>
              <a:t>What is spyware?</a:t>
            </a:r>
          </a:p>
          <a:p>
            <a:endParaRPr lang="en-US" altLang="zh-CN" sz="1400" dirty="0">
              <a:solidFill>
                <a:schemeClr val="tx1"/>
              </a:solidFill>
              <a:latin typeface="Corbel" panose="020B0503020204020204" pitchFamily="34" charset="0"/>
            </a:endParaRPr>
          </a:p>
          <a:p>
            <a:r>
              <a:rPr lang="en-US" altLang="zh-CN" sz="1400" dirty="0">
                <a:solidFill>
                  <a:schemeClr val="tx1"/>
                </a:solidFill>
                <a:latin typeface="Corbel" panose="020B0503020204020204" pitchFamily="34" charset="0"/>
              </a:rPr>
              <a:t>Spyware is a type of malware that attaches itself and hides on a computer’s operating system without your permission to make unwanted changes to your user experience. It can be used to spy on your online activity and may generate unwanted advertisements or make your browser display certain website sites or search results.</a:t>
            </a:r>
          </a:p>
          <a:p>
            <a:endParaRPr lang="en-US" altLang="zh-CN" sz="1400" dirty="0">
              <a:solidFill>
                <a:schemeClr val="tx1"/>
              </a:solidFill>
              <a:latin typeface="Corbel" panose="020B0503020204020204" pitchFamily="34" charset="0"/>
            </a:endParaRPr>
          </a:p>
          <a:p>
            <a:endParaRPr lang="en-US" altLang="zh-CN" sz="1400" dirty="0">
              <a:solidFill>
                <a:schemeClr val="tx1"/>
              </a:solidFill>
              <a:latin typeface="Corbel" panose="020B0503020204020204" pitchFamily="34" charset="0"/>
            </a:endParaRPr>
          </a:p>
        </p:txBody>
      </p:sp>
      <p:sp>
        <p:nvSpPr>
          <p:cNvPr id="14" name="Rectangle 13">
            <a:extLst>
              <a:ext uri="{FF2B5EF4-FFF2-40B4-BE49-F238E27FC236}">
                <a16:creationId xmlns:a16="http://schemas.microsoft.com/office/drawing/2014/main" id="{9CBE0B81-41FA-11BE-1E3E-DCA03ABB1241}"/>
              </a:ext>
            </a:extLst>
          </p:cNvPr>
          <p:cNvSpPr/>
          <p:nvPr/>
        </p:nvSpPr>
        <p:spPr>
          <a:xfrm>
            <a:off x="933450" y="2718226"/>
            <a:ext cx="3609975" cy="3343272"/>
          </a:xfrm>
          <a:prstGeom prst="rect">
            <a:avLst/>
          </a:prstGeom>
          <a:solidFill>
            <a:schemeClr val="bg1">
              <a:lumMod val="8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GB" altLang="zh-CN" sz="2400" b="1" dirty="0">
                <a:solidFill>
                  <a:schemeClr val="tx1"/>
                </a:solidFill>
                <a:latin typeface="Corbel" panose="020B0503020204020204" pitchFamily="34" charset="0"/>
              </a:rPr>
              <a:t>What is malware?</a:t>
            </a:r>
          </a:p>
          <a:p>
            <a:endParaRPr lang="en-GB" altLang="zh-CN" sz="1400" dirty="0">
              <a:solidFill>
                <a:schemeClr val="tx1"/>
              </a:solidFill>
              <a:latin typeface="Corbel" panose="020B0503020204020204" pitchFamily="34" charset="0"/>
            </a:endParaRPr>
          </a:p>
          <a:p>
            <a:r>
              <a:rPr lang="en-US" altLang="zh-CN" sz="1400" dirty="0">
                <a:solidFill>
                  <a:schemeClr val="tx1"/>
                </a:solidFill>
                <a:latin typeface="Corbel" panose="020B0503020204020204" pitchFamily="34" charset="0"/>
              </a:rPr>
              <a:t>Malware, short for “malicious software,” is a blanket term that refers to a wide variety of software programs designed to do damage or do other unwanted actions to a computer, server or computer network Common examples include viruses, spyware and trojan horses. Malware can slow down or crash your device or delete files. Criminals often use malware to send spam, obtain personal and financial information and even steal your identity.</a:t>
            </a:r>
            <a:endParaRPr lang="zh-CN" altLang="en-US" sz="1400" dirty="0">
              <a:solidFill>
                <a:schemeClr val="tx1"/>
              </a:solidFill>
              <a:latin typeface="Corbel" panose="020B0503020204020204" pitchFamily="34" charset="0"/>
            </a:endParaRPr>
          </a:p>
        </p:txBody>
      </p:sp>
      <p:sp>
        <p:nvSpPr>
          <p:cNvPr id="15" name="Rectangle 14">
            <a:extLst>
              <a:ext uri="{FF2B5EF4-FFF2-40B4-BE49-F238E27FC236}">
                <a16:creationId xmlns:a16="http://schemas.microsoft.com/office/drawing/2014/main" id="{F2A01C69-2CAF-EA1B-D13F-C13477FCCCC1}"/>
              </a:ext>
            </a:extLst>
          </p:cNvPr>
          <p:cNvSpPr/>
          <p:nvPr/>
        </p:nvSpPr>
        <p:spPr>
          <a:xfrm>
            <a:off x="8442162" y="2718226"/>
            <a:ext cx="3609975" cy="3343272"/>
          </a:xfrm>
          <a:prstGeom prst="rect">
            <a:avLst/>
          </a:prstGeom>
          <a:solidFill>
            <a:schemeClr val="bg1">
              <a:lumMod val="8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GB" altLang="zh-CN" sz="2400" b="1" dirty="0">
                <a:solidFill>
                  <a:schemeClr val="tx1"/>
                </a:solidFill>
                <a:latin typeface="Corbel" panose="020B0503020204020204" pitchFamily="34" charset="0"/>
              </a:rPr>
              <a:t>What is phishing?</a:t>
            </a:r>
          </a:p>
          <a:p>
            <a:endParaRPr lang="en-GB" altLang="zh-CN" sz="1400" dirty="0">
              <a:solidFill>
                <a:schemeClr val="tx1"/>
              </a:solidFill>
              <a:latin typeface="Corbel" panose="020B0503020204020204" pitchFamily="34" charset="0"/>
            </a:endParaRPr>
          </a:p>
          <a:p>
            <a:r>
              <a:rPr lang="en-US" altLang="zh-CN" sz="1400" dirty="0">
                <a:solidFill>
                  <a:schemeClr val="tx1"/>
                </a:solidFill>
                <a:latin typeface="Corbel" panose="020B0503020204020204" pitchFamily="34" charset="0"/>
              </a:rPr>
              <a:t>Phishing attacks use email or fraudulent websites to try to trick you into providing personal or financial information to compromise an account or steal money by posing as a trustworthy entity. They may claim there’s a problem with payment information or that they’ve noticed activity on an account and ask you to click on a link or attachment and provide personal information.</a:t>
            </a:r>
          </a:p>
          <a:p>
            <a:endParaRPr lang="zh-CN" altLang="en-US" sz="1400" dirty="0">
              <a:solidFill>
                <a:schemeClr val="tx1"/>
              </a:solidFill>
              <a:latin typeface="Corbel" panose="020B0503020204020204" pitchFamily="34" charset="0"/>
            </a:endParaRPr>
          </a:p>
        </p:txBody>
      </p:sp>
      <p:sp>
        <p:nvSpPr>
          <p:cNvPr id="6" name="Rectangle 5">
            <a:extLst>
              <a:ext uri="{FF2B5EF4-FFF2-40B4-BE49-F238E27FC236}">
                <a16:creationId xmlns:a16="http://schemas.microsoft.com/office/drawing/2014/main" id="{41B8408E-56CB-A73C-AA3D-A3D18F3BDE04}"/>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9">
            <a:extLst>
              <a:ext uri="{FF2B5EF4-FFF2-40B4-BE49-F238E27FC236}">
                <a16:creationId xmlns:a16="http://schemas.microsoft.com/office/drawing/2014/main" id="{AF77C659-9CC6-E760-C2BA-8E751657C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3" name="Picture 12">
            <a:extLst>
              <a:ext uri="{FF2B5EF4-FFF2-40B4-BE49-F238E27FC236}">
                <a16:creationId xmlns:a16="http://schemas.microsoft.com/office/drawing/2014/main" id="{E6506538-4570-6B23-B4EC-5F92BDAADA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16" name="Rectangle 15">
            <a:extLst>
              <a:ext uri="{FF2B5EF4-FFF2-40B4-BE49-F238E27FC236}">
                <a16:creationId xmlns:a16="http://schemas.microsoft.com/office/drawing/2014/main" id="{CF09A342-08C5-8FF4-E8D5-6BAF51335CD2}"/>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Picture 16">
            <a:extLst>
              <a:ext uri="{FF2B5EF4-FFF2-40B4-BE49-F238E27FC236}">
                <a16:creationId xmlns:a16="http://schemas.microsoft.com/office/drawing/2014/main" id="{824BA5E1-87D9-51A6-A8D6-1887682F06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18" name="Picture 17">
            <a:extLst>
              <a:ext uri="{FF2B5EF4-FFF2-40B4-BE49-F238E27FC236}">
                <a16:creationId xmlns:a16="http://schemas.microsoft.com/office/drawing/2014/main" id="{4D4563D3-8E0A-C399-238A-8D089E29CA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19" name="Picture 18">
            <a:extLst>
              <a:ext uri="{FF2B5EF4-FFF2-40B4-BE49-F238E27FC236}">
                <a16:creationId xmlns:a16="http://schemas.microsoft.com/office/drawing/2014/main" id="{1122E310-BFD7-8BED-8130-D8E6CE1881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20" name="Rectangle 19">
            <a:extLst>
              <a:ext uri="{FF2B5EF4-FFF2-40B4-BE49-F238E27FC236}">
                <a16:creationId xmlns:a16="http://schemas.microsoft.com/office/drawing/2014/main" id="{E5CB3AFD-2F26-C294-8392-20B9D3E13CB1}"/>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Picture 20">
            <a:extLst>
              <a:ext uri="{FF2B5EF4-FFF2-40B4-BE49-F238E27FC236}">
                <a16:creationId xmlns:a16="http://schemas.microsoft.com/office/drawing/2014/main" id="{21C777F8-5F9B-AB07-05AD-18842AFF1FF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22" name="Picture 21">
            <a:extLst>
              <a:ext uri="{FF2B5EF4-FFF2-40B4-BE49-F238E27FC236}">
                <a16:creationId xmlns:a16="http://schemas.microsoft.com/office/drawing/2014/main" id="{637E8578-F28F-FE4D-6D15-2014F4D4336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23" name="Picture 22">
            <a:extLst>
              <a:ext uri="{FF2B5EF4-FFF2-40B4-BE49-F238E27FC236}">
                <a16:creationId xmlns:a16="http://schemas.microsoft.com/office/drawing/2014/main" id="{40BE2E64-9C19-5B52-412F-12DF06064E9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24" name="Picture 23">
            <a:extLst>
              <a:ext uri="{FF2B5EF4-FFF2-40B4-BE49-F238E27FC236}">
                <a16:creationId xmlns:a16="http://schemas.microsoft.com/office/drawing/2014/main" id="{7844A134-AEDF-1B6A-519F-B9229D95803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25" name="Rectangle 24">
            <a:extLst>
              <a:ext uri="{FF2B5EF4-FFF2-40B4-BE49-F238E27FC236}">
                <a16:creationId xmlns:a16="http://schemas.microsoft.com/office/drawing/2014/main" id="{1357B1AC-DEF7-C168-F823-FFF52C780D42}"/>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Picture 25">
            <a:extLst>
              <a:ext uri="{FF2B5EF4-FFF2-40B4-BE49-F238E27FC236}">
                <a16:creationId xmlns:a16="http://schemas.microsoft.com/office/drawing/2014/main" id="{6E4DB30C-8A99-C46E-6BC5-7F1AB7A5E3E1}"/>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27" name="Picture 26">
            <a:extLst>
              <a:ext uri="{FF2B5EF4-FFF2-40B4-BE49-F238E27FC236}">
                <a16:creationId xmlns:a16="http://schemas.microsoft.com/office/drawing/2014/main" id="{766C3645-FABA-6AE4-4993-7960724EE1D1}"/>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2399655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6" name="TextBox 5">
            <a:extLst>
              <a:ext uri="{FF2B5EF4-FFF2-40B4-BE49-F238E27FC236}">
                <a16:creationId xmlns:a16="http://schemas.microsoft.com/office/drawing/2014/main" id="{486E7E70-254E-071E-2CF6-CE6A4F13B662}"/>
              </a:ext>
            </a:extLst>
          </p:cNvPr>
          <p:cNvSpPr txBox="1"/>
          <p:nvPr/>
        </p:nvSpPr>
        <p:spPr>
          <a:xfrm>
            <a:off x="2056099" y="2718226"/>
            <a:ext cx="9292673" cy="3293209"/>
          </a:xfrm>
          <a:prstGeom prst="rect">
            <a:avLst/>
          </a:prstGeom>
          <a:noFill/>
        </p:spPr>
        <p:txBody>
          <a:bodyPr wrap="square" rtlCol="0">
            <a:spAutoFit/>
          </a:bodyPr>
          <a:lstStyle/>
          <a:p>
            <a:pPr>
              <a:tabLst>
                <a:tab pos="180975" algn="l"/>
              </a:tabLst>
            </a:pPr>
            <a:r>
              <a:rPr lang="en-US" altLang="zh-CN" sz="2400" b="1" dirty="0">
                <a:latin typeface="Corbel" panose="020B0503020204020204" pitchFamily="34" charset="0"/>
              </a:rPr>
              <a:t>Protect sensitive personal information</a:t>
            </a:r>
          </a:p>
          <a:p>
            <a:pPr>
              <a:tabLst>
                <a:tab pos="180975" algn="l"/>
              </a:tabLst>
            </a:pPr>
            <a:endParaRPr lang="en-US" altLang="zh-CN" sz="1600" dirty="0">
              <a:latin typeface="Corbel" panose="020B0503020204020204" pitchFamily="34" charset="0"/>
            </a:endParaRPr>
          </a:p>
          <a:p>
            <a:pPr>
              <a:tabLst>
                <a:tab pos="180975" algn="l"/>
              </a:tabLst>
            </a:pPr>
            <a:r>
              <a:rPr lang="en-US" altLang="zh-CN" sz="1600" dirty="0">
                <a:latin typeface="Corbel" panose="020B0503020204020204" pitchFamily="34" charset="0"/>
              </a:rPr>
              <a:t>Nowadays, data has become a precious commodity and data containing personal information is in great demand. Hackers can use malicious software and other tools of illegal access to personal data, to extort money or damage your reputation. Cyber security can prevent such attacks in the first place because it is a proactive approach.</a:t>
            </a:r>
          </a:p>
          <a:p>
            <a:pPr>
              <a:tabLst>
                <a:tab pos="180975" algn="l"/>
              </a:tabLst>
            </a:pPr>
            <a:endParaRPr lang="en-US" altLang="zh-CN" sz="1600" dirty="0">
              <a:latin typeface="Corbel" panose="020B0503020204020204" pitchFamily="34" charset="0"/>
            </a:endParaRPr>
          </a:p>
          <a:p>
            <a:pPr>
              <a:tabLst>
                <a:tab pos="180975" algn="l"/>
              </a:tabLst>
            </a:pPr>
            <a:r>
              <a:rPr lang="en-US" altLang="zh-CN" sz="2400" b="1" dirty="0">
                <a:latin typeface="Corbel" panose="020B0503020204020204" pitchFamily="34" charset="0"/>
              </a:rPr>
              <a:t>Decreased data theft hazard</a:t>
            </a:r>
          </a:p>
          <a:p>
            <a:pPr>
              <a:tabLst>
                <a:tab pos="180975" algn="l"/>
              </a:tabLst>
            </a:pPr>
            <a:endParaRPr lang="en-US" altLang="zh-CN" sz="1600" dirty="0">
              <a:latin typeface="Corbel" panose="020B0503020204020204" pitchFamily="34" charset="0"/>
            </a:endParaRPr>
          </a:p>
          <a:p>
            <a:pPr>
              <a:tabLst>
                <a:tab pos="180975" algn="l"/>
              </a:tabLst>
            </a:pPr>
            <a:r>
              <a:rPr lang="en-US" altLang="zh-CN" sz="1600" dirty="0">
                <a:latin typeface="Corbel" panose="020B0503020204020204" pitchFamily="34" charset="0"/>
              </a:rPr>
              <a:t>The main benefit of network security is to prevent unauthorized or malicious users from accessing the system. High security protocols are implemented to prevent significant data theft and to make the experience more relaxed.</a:t>
            </a:r>
          </a:p>
        </p:txBody>
      </p:sp>
      <p:sp>
        <p:nvSpPr>
          <p:cNvPr id="10" name="TextBox 9">
            <a:extLst>
              <a:ext uri="{FF2B5EF4-FFF2-40B4-BE49-F238E27FC236}">
                <a16:creationId xmlns:a16="http://schemas.microsoft.com/office/drawing/2014/main" id="{A9BFE638-A2EE-71F4-4D6C-437CCFC12980}"/>
              </a:ext>
            </a:extLst>
          </p:cNvPr>
          <p:cNvSpPr txBox="1"/>
          <p:nvPr/>
        </p:nvSpPr>
        <p:spPr>
          <a:xfrm>
            <a:off x="3970620" y="1463026"/>
            <a:ext cx="5451749" cy="584775"/>
          </a:xfrm>
          <a:prstGeom prst="rect">
            <a:avLst/>
          </a:prstGeom>
          <a:noFill/>
        </p:spPr>
        <p:txBody>
          <a:bodyPr wrap="none" rtlCol="0">
            <a:spAutoFit/>
          </a:bodyPr>
          <a:lstStyle/>
          <a:p>
            <a:r>
              <a:rPr lang="en-US" altLang="zh-CN" sz="3200" dirty="0">
                <a:latin typeface="Corbel" panose="020B0503020204020204" pitchFamily="34" charset="0"/>
              </a:rPr>
              <a:t>Advantages Computer Security</a:t>
            </a:r>
            <a:endParaRPr lang="zh-CN" altLang="en-US" sz="3200" dirty="0">
              <a:latin typeface="Corbel" panose="020B0503020204020204" pitchFamily="34" charset="0"/>
            </a:endParaRPr>
          </a:p>
        </p:txBody>
      </p:sp>
      <p:cxnSp>
        <p:nvCxnSpPr>
          <p:cNvPr id="13" name="Straight Connector 12">
            <a:extLst>
              <a:ext uri="{FF2B5EF4-FFF2-40B4-BE49-F238E27FC236}">
                <a16:creationId xmlns:a16="http://schemas.microsoft.com/office/drawing/2014/main" id="{E9FE2759-26FB-7865-36C3-915DC9A17079}"/>
              </a:ext>
            </a:extLst>
          </p:cNvPr>
          <p:cNvCxnSpPr/>
          <p:nvPr/>
        </p:nvCxnSpPr>
        <p:spPr>
          <a:xfrm>
            <a:off x="5596329" y="2152650"/>
            <a:ext cx="21673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96975B3-D2D5-41F1-4F3D-F42C90C86A28}"/>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10">
            <a:extLst>
              <a:ext uri="{FF2B5EF4-FFF2-40B4-BE49-F238E27FC236}">
                <a16:creationId xmlns:a16="http://schemas.microsoft.com/office/drawing/2014/main" id="{89EBEE49-EE15-3D0C-3745-2978BE639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2" name="Picture 11">
            <a:extLst>
              <a:ext uri="{FF2B5EF4-FFF2-40B4-BE49-F238E27FC236}">
                <a16:creationId xmlns:a16="http://schemas.microsoft.com/office/drawing/2014/main" id="{38898F92-14C1-E71C-45D3-B4E003E209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14" name="Rectangle 13">
            <a:extLst>
              <a:ext uri="{FF2B5EF4-FFF2-40B4-BE49-F238E27FC236}">
                <a16:creationId xmlns:a16="http://schemas.microsoft.com/office/drawing/2014/main" id="{7AB49126-2367-E12D-9123-84A775AC2E78}"/>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14">
            <a:extLst>
              <a:ext uri="{FF2B5EF4-FFF2-40B4-BE49-F238E27FC236}">
                <a16:creationId xmlns:a16="http://schemas.microsoft.com/office/drawing/2014/main" id="{AB047511-C4AA-FBAE-BB21-D9C2AAB5E6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22" name="Picture 21">
            <a:extLst>
              <a:ext uri="{FF2B5EF4-FFF2-40B4-BE49-F238E27FC236}">
                <a16:creationId xmlns:a16="http://schemas.microsoft.com/office/drawing/2014/main" id="{B2472B22-B5B5-1546-9126-1B64FB347B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23" name="Picture 22">
            <a:extLst>
              <a:ext uri="{FF2B5EF4-FFF2-40B4-BE49-F238E27FC236}">
                <a16:creationId xmlns:a16="http://schemas.microsoft.com/office/drawing/2014/main" id="{1127BDA9-6F12-71D3-B032-92F309F868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24" name="Rectangle 23">
            <a:extLst>
              <a:ext uri="{FF2B5EF4-FFF2-40B4-BE49-F238E27FC236}">
                <a16:creationId xmlns:a16="http://schemas.microsoft.com/office/drawing/2014/main" id="{ACBA5582-2B4C-E6E7-87D8-C54EFA4124A2}"/>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Picture 27">
            <a:extLst>
              <a:ext uri="{FF2B5EF4-FFF2-40B4-BE49-F238E27FC236}">
                <a16:creationId xmlns:a16="http://schemas.microsoft.com/office/drawing/2014/main" id="{3471E11C-F354-4CBD-ED5D-342011EFE97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29" name="Picture 28">
            <a:extLst>
              <a:ext uri="{FF2B5EF4-FFF2-40B4-BE49-F238E27FC236}">
                <a16:creationId xmlns:a16="http://schemas.microsoft.com/office/drawing/2014/main" id="{5CD4945A-53B1-B3D2-D87E-23493B17B3A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31" name="Picture 30">
            <a:extLst>
              <a:ext uri="{FF2B5EF4-FFF2-40B4-BE49-F238E27FC236}">
                <a16:creationId xmlns:a16="http://schemas.microsoft.com/office/drawing/2014/main" id="{1A1FDAE5-154E-BDB1-B451-5309965928E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32" name="Picture 31">
            <a:extLst>
              <a:ext uri="{FF2B5EF4-FFF2-40B4-BE49-F238E27FC236}">
                <a16:creationId xmlns:a16="http://schemas.microsoft.com/office/drawing/2014/main" id="{4C69E908-3470-54E1-E93B-DB0FF88A82A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35" name="Rectangle 34">
            <a:extLst>
              <a:ext uri="{FF2B5EF4-FFF2-40B4-BE49-F238E27FC236}">
                <a16:creationId xmlns:a16="http://schemas.microsoft.com/office/drawing/2014/main" id="{3DB12C1C-A420-E781-396A-E98A77199EFA}"/>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Picture 35">
            <a:extLst>
              <a:ext uri="{FF2B5EF4-FFF2-40B4-BE49-F238E27FC236}">
                <a16:creationId xmlns:a16="http://schemas.microsoft.com/office/drawing/2014/main" id="{005CC9CB-7029-0001-8133-FC27AE7878B6}"/>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37" name="Picture 36">
            <a:extLst>
              <a:ext uri="{FF2B5EF4-FFF2-40B4-BE49-F238E27FC236}">
                <a16:creationId xmlns:a16="http://schemas.microsoft.com/office/drawing/2014/main" id="{7CDEA45F-E09D-4556-EAED-B1CCB85DBDB0}"/>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405058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pic>
        <p:nvPicPr>
          <p:cNvPr id="6" name="Picture 5">
            <a:extLst>
              <a:ext uri="{FF2B5EF4-FFF2-40B4-BE49-F238E27FC236}">
                <a16:creationId xmlns:a16="http://schemas.microsoft.com/office/drawing/2014/main" id="{F461869E-67C7-618D-EE1E-165654B37282}"/>
              </a:ext>
            </a:extLst>
          </p:cNvPr>
          <p:cNvPicPr>
            <a:picLocks noChangeAspect="1"/>
          </p:cNvPicPr>
          <p:nvPr/>
        </p:nvPicPr>
        <p:blipFill rotWithShape="1">
          <a:blip r:embed="rId3">
            <a:extLst>
              <a:ext uri="{28A0092B-C50C-407E-A947-70E740481C1C}">
                <a14:useLocalDpi xmlns:a14="http://schemas.microsoft.com/office/drawing/2010/main" val="0"/>
              </a:ext>
            </a:extLst>
          </a:blip>
          <a:srcRect l="407" r="3071"/>
          <a:stretch/>
        </p:blipFill>
        <p:spPr>
          <a:xfrm>
            <a:off x="1377211" y="2421000"/>
            <a:ext cx="5800026" cy="2016000"/>
          </a:xfrm>
          <a:prstGeom prst="rect">
            <a:avLst/>
          </a:prstGeom>
        </p:spPr>
      </p:pic>
      <p:pic>
        <p:nvPicPr>
          <p:cNvPr id="10" name="Picture 9">
            <a:extLst>
              <a:ext uri="{FF2B5EF4-FFF2-40B4-BE49-F238E27FC236}">
                <a16:creationId xmlns:a16="http://schemas.microsoft.com/office/drawing/2014/main" id="{37BF868C-6BD0-A20E-35E9-803AAC07FE10}"/>
              </a:ext>
            </a:extLst>
          </p:cNvPr>
          <p:cNvPicPr>
            <a:picLocks noChangeAspect="1"/>
          </p:cNvPicPr>
          <p:nvPr/>
        </p:nvPicPr>
        <p:blipFill rotWithShape="1">
          <a:blip r:embed="rId4"/>
          <a:srcRect l="1474" t="2606" r="2837" b="4060"/>
          <a:stretch/>
        </p:blipFill>
        <p:spPr>
          <a:xfrm>
            <a:off x="7463234" y="2421000"/>
            <a:ext cx="4099347" cy="2016000"/>
          </a:xfrm>
          <a:prstGeom prst="rect">
            <a:avLst/>
          </a:prstGeom>
        </p:spPr>
      </p:pic>
      <p:sp>
        <p:nvSpPr>
          <p:cNvPr id="9" name="Rectangle 8">
            <a:extLst>
              <a:ext uri="{FF2B5EF4-FFF2-40B4-BE49-F238E27FC236}">
                <a16:creationId xmlns:a16="http://schemas.microsoft.com/office/drawing/2014/main" id="{7F6CA693-DC41-0C8B-2316-89C05AE37149}"/>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10">
            <a:extLst>
              <a:ext uri="{FF2B5EF4-FFF2-40B4-BE49-F238E27FC236}">
                <a16:creationId xmlns:a16="http://schemas.microsoft.com/office/drawing/2014/main" id="{08F02418-C45B-7694-BAFB-829B8D2F8F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2" name="Picture 11">
            <a:extLst>
              <a:ext uri="{FF2B5EF4-FFF2-40B4-BE49-F238E27FC236}">
                <a16:creationId xmlns:a16="http://schemas.microsoft.com/office/drawing/2014/main" id="{EBA89610-EBA1-A50B-FCFC-AAC69477E2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13" name="Rectangle 12">
            <a:extLst>
              <a:ext uri="{FF2B5EF4-FFF2-40B4-BE49-F238E27FC236}">
                <a16:creationId xmlns:a16="http://schemas.microsoft.com/office/drawing/2014/main" id="{171DF372-96FE-A6C8-831B-AA6A8750EDDA}"/>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13">
            <a:extLst>
              <a:ext uri="{FF2B5EF4-FFF2-40B4-BE49-F238E27FC236}">
                <a16:creationId xmlns:a16="http://schemas.microsoft.com/office/drawing/2014/main" id="{7D65CE9D-FD6A-45D2-E862-E68045AC90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15" name="Picture 14">
            <a:extLst>
              <a:ext uri="{FF2B5EF4-FFF2-40B4-BE49-F238E27FC236}">
                <a16:creationId xmlns:a16="http://schemas.microsoft.com/office/drawing/2014/main" id="{E8891255-139D-6731-0552-678D382FAC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16" name="Picture 15">
            <a:extLst>
              <a:ext uri="{FF2B5EF4-FFF2-40B4-BE49-F238E27FC236}">
                <a16:creationId xmlns:a16="http://schemas.microsoft.com/office/drawing/2014/main" id="{1F4BFD89-8905-AB1C-7C1F-03D63271901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17" name="Rectangle 16">
            <a:extLst>
              <a:ext uri="{FF2B5EF4-FFF2-40B4-BE49-F238E27FC236}">
                <a16:creationId xmlns:a16="http://schemas.microsoft.com/office/drawing/2014/main" id="{609CE1E1-6683-3720-C207-0693945620E1}"/>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Picture 17">
            <a:extLst>
              <a:ext uri="{FF2B5EF4-FFF2-40B4-BE49-F238E27FC236}">
                <a16:creationId xmlns:a16="http://schemas.microsoft.com/office/drawing/2014/main" id="{13A5ED53-C3FB-253E-6E21-96F7A5B92C9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19" name="Picture 18">
            <a:extLst>
              <a:ext uri="{FF2B5EF4-FFF2-40B4-BE49-F238E27FC236}">
                <a16:creationId xmlns:a16="http://schemas.microsoft.com/office/drawing/2014/main" id="{F4FB46E8-B539-6345-9AB0-F12D9E6B147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20" name="Picture 19">
            <a:extLst>
              <a:ext uri="{FF2B5EF4-FFF2-40B4-BE49-F238E27FC236}">
                <a16:creationId xmlns:a16="http://schemas.microsoft.com/office/drawing/2014/main" id="{2B0B5068-2BB5-EB62-1340-26160A0CB83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21" name="Picture 20">
            <a:extLst>
              <a:ext uri="{FF2B5EF4-FFF2-40B4-BE49-F238E27FC236}">
                <a16:creationId xmlns:a16="http://schemas.microsoft.com/office/drawing/2014/main" id="{A21D95B6-64BD-DA08-639E-A309C4A9B6E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22" name="Rectangle 21">
            <a:extLst>
              <a:ext uri="{FF2B5EF4-FFF2-40B4-BE49-F238E27FC236}">
                <a16:creationId xmlns:a16="http://schemas.microsoft.com/office/drawing/2014/main" id="{47C0582B-F12F-733C-9DEC-E88754BC70B0}"/>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2">
            <a:extLst>
              <a:ext uri="{FF2B5EF4-FFF2-40B4-BE49-F238E27FC236}">
                <a16:creationId xmlns:a16="http://schemas.microsoft.com/office/drawing/2014/main" id="{B903150F-CF26-62C1-2D26-2D3EA427FFF4}"/>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24" name="Picture 23">
            <a:extLst>
              <a:ext uri="{FF2B5EF4-FFF2-40B4-BE49-F238E27FC236}">
                <a16:creationId xmlns:a16="http://schemas.microsoft.com/office/drawing/2014/main" id="{4F71D178-5E3E-715A-0120-24F12CAAE285}"/>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1629493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9" name="TextBox 8">
            <a:extLst>
              <a:ext uri="{FF2B5EF4-FFF2-40B4-BE49-F238E27FC236}">
                <a16:creationId xmlns:a16="http://schemas.microsoft.com/office/drawing/2014/main" id="{9832714D-747A-56D0-6C71-CF8E072FC00A}"/>
              </a:ext>
            </a:extLst>
          </p:cNvPr>
          <p:cNvSpPr txBox="1"/>
          <p:nvPr/>
        </p:nvSpPr>
        <p:spPr>
          <a:xfrm>
            <a:off x="4255180" y="2200840"/>
            <a:ext cx="1592231" cy="2554545"/>
          </a:xfrm>
          <a:prstGeom prst="rect">
            <a:avLst/>
          </a:prstGeom>
          <a:noFill/>
        </p:spPr>
        <p:txBody>
          <a:bodyPr wrap="none" rtlCol="0">
            <a:spAutoFit/>
          </a:bodyPr>
          <a:lstStyle/>
          <a:p>
            <a:r>
              <a:rPr lang="en-US" altLang="zh-CN" sz="2000" b="1" dirty="0">
                <a:latin typeface="Corbel" panose="020B0503020204020204" pitchFamily="34" charset="0"/>
              </a:rPr>
              <a:t>Telephone:</a:t>
            </a:r>
          </a:p>
          <a:p>
            <a:r>
              <a:rPr lang="en-US" altLang="zh-CN" sz="2000" dirty="0">
                <a:latin typeface="Corbel" panose="020B0503020204020204" pitchFamily="34" charset="0"/>
              </a:rPr>
              <a:t>013-389 9284</a:t>
            </a:r>
          </a:p>
          <a:p>
            <a:endParaRPr lang="en-US" altLang="zh-CN" sz="2000" dirty="0">
              <a:latin typeface="Corbel" panose="020B0503020204020204" pitchFamily="34" charset="0"/>
            </a:endParaRPr>
          </a:p>
          <a:p>
            <a:r>
              <a:rPr lang="en-US" altLang="zh-CN" sz="2000" b="1" dirty="0">
                <a:latin typeface="Corbel" panose="020B0503020204020204" pitchFamily="34" charset="0"/>
              </a:rPr>
              <a:t>Fax:</a:t>
            </a:r>
          </a:p>
          <a:p>
            <a:r>
              <a:rPr lang="en-US" altLang="zh-CN" sz="2000" dirty="0">
                <a:latin typeface="Corbel" panose="020B0503020204020204" pitchFamily="34" charset="0"/>
              </a:rPr>
              <a:t>03-8943 2537</a:t>
            </a:r>
          </a:p>
          <a:p>
            <a:endParaRPr lang="en-US" altLang="zh-CN" sz="2000" dirty="0">
              <a:latin typeface="Corbel" panose="020B0503020204020204" pitchFamily="34" charset="0"/>
            </a:endParaRPr>
          </a:p>
          <a:p>
            <a:r>
              <a:rPr lang="en-US" altLang="zh-CN" sz="2000" b="1" dirty="0">
                <a:latin typeface="Corbel" panose="020B0503020204020204" pitchFamily="34" charset="0"/>
              </a:rPr>
              <a:t>Facebook:</a:t>
            </a:r>
          </a:p>
          <a:p>
            <a:r>
              <a:rPr lang="en-US" altLang="zh-CN" sz="2000" dirty="0">
                <a:latin typeface="Corbel" panose="020B0503020204020204" pitchFamily="34" charset="0"/>
              </a:rPr>
              <a:t>SafeWisdom</a:t>
            </a:r>
            <a:endParaRPr lang="zh-CN" altLang="en-US" sz="2000" dirty="0">
              <a:latin typeface="Corbel" panose="020B0503020204020204" pitchFamily="34" charset="0"/>
            </a:endParaRPr>
          </a:p>
        </p:txBody>
      </p:sp>
      <p:sp>
        <p:nvSpPr>
          <p:cNvPr id="11" name="TextBox 10">
            <a:extLst>
              <a:ext uri="{FF2B5EF4-FFF2-40B4-BE49-F238E27FC236}">
                <a16:creationId xmlns:a16="http://schemas.microsoft.com/office/drawing/2014/main" id="{CD89B0DB-52A0-1854-1BAF-449343D9DA39}"/>
              </a:ext>
            </a:extLst>
          </p:cNvPr>
          <p:cNvSpPr txBox="1"/>
          <p:nvPr/>
        </p:nvSpPr>
        <p:spPr>
          <a:xfrm>
            <a:off x="7172381" y="2200840"/>
            <a:ext cx="3716530" cy="2246769"/>
          </a:xfrm>
          <a:prstGeom prst="rect">
            <a:avLst/>
          </a:prstGeom>
          <a:noFill/>
        </p:spPr>
        <p:txBody>
          <a:bodyPr wrap="none" rtlCol="0">
            <a:spAutoFit/>
          </a:bodyPr>
          <a:lstStyle/>
          <a:p>
            <a:r>
              <a:rPr lang="en-US" altLang="zh-CN" sz="2000" b="1" dirty="0">
                <a:latin typeface="Corbel" panose="020B0503020204020204" pitchFamily="34" charset="0"/>
              </a:rPr>
              <a:t>Email:</a:t>
            </a:r>
          </a:p>
          <a:p>
            <a:r>
              <a:rPr lang="en-US" altLang="zh-CN" sz="2000" dirty="0">
                <a:latin typeface="Corbel" panose="020B0503020204020204" pitchFamily="34" charset="0"/>
              </a:rPr>
              <a:t>safewisdom@gmail.com</a:t>
            </a:r>
          </a:p>
          <a:p>
            <a:endParaRPr lang="en-US" altLang="zh-CN" sz="2000" dirty="0">
              <a:latin typeface="Corbel" panose="020B0503020204020204" pitchFamily="34" charset="0"/>
            </a:endParaRPr>
          </a:p>
          <a:p>
            <a:r>
              <a:rPr lang="en-US" altLang="zh-CN" sz="2000" b="1" dirty="0">
                <a:latin typeface="Corbel" panose="020B0503020204020204" pitchFamily="34" charset="0"/>
              </a:rPr>
              <a:t>Address:</a:t>
            </a:r>
          </a:p>
          <a:p>
            <a:r>
              <a:rPr lang="en-GB" altLang="zh-CN" sz="2000" dirty="0">
                <a:latin typeface="Corbel" panose="020B0503020204020204" pitchFamily="34" charset="0"/>
              </a:rPr>
              <a:t>B5-B7, Block B, Jalan TKS 1,</a:t>
            </a:r>
          </a:p>
          <a:p>
            <a:r>
              <a:rPr lang="en-GB" altLang="zh-CN" sz="2000" dirty="0">
                <a:latin typeface="Corbel" panose="020B0503020204020204" pitchFamily="34" charset="0"/>
              </a:rPr>
              <a:t>Taman </a:t>
            </a:r>
            <a:r>
              <a:rPr lang="en-GB" altLang="zh-CN" sz="2000" dirty="0" err="1">
                <a:latin typeface="Corbel" panose="020B0503020204020204" pitchFamily="34" charset="0"/>
              </a:rPr>
              <a:t>Kajang</a:t>
            </a:r>
            <a:r>
              <a:rPr lang="en-GB" altLang="zh-CN" sz="2000" dirty="0">
                <a:latin typeface="Corbel" panose="020B0503020204020204" pitchFamily="34" charset="0"/>
              </a:rPr>
              <a:t> Sentral,</a:t>
            </a:r>
          </a:p>
          <a:p>
            <a:r>
              <a:rPr lang="en-GB" altLang="zh-CN" sz="2000" dirty="0">
                <a:latin typeface="Corbel" panose="020B0503020204020204" pitchFamily="34" charset="0"/>
              </a:rPr>
              <a:t>43000 </a:t>
            </a:r>
            <a:r>
              <a:rPr lang="en-GB" altLang="zh-CN" sz="2000" dirty="0" err="1">
                <a:latin typeface="Corbel" panose="020B0503020204020204" pitchFamily="34" charset="0"/>
              </a:rPr>
              <a:t>Kajang</a:t>
            </a:r>
            <a:r>
              <a:rPr lang="en-GB" altLang="zh-CN" sz="2000" dirty="0">
                <a:latin typeface="Corbel" panose="020B0503020204020204" pitchFamily="34" charset="0"/>
              </a:rPr>
              <a:t>, Selangor, Malaysia</a:t>
            </a:r>
            <a:endParaRPr lang="zh-CN" altLang="en-US" sz="2000" dirty="0">
              <a:latin typeface="Corbel" panose="020B0503020204020204" pitchFamily="34" charset="0"/>
            </a:endParaRPr>
          </a:p>
        </p:txBody>
      </p:sp>
      <p:pic>
        <p:nvPicPr>
          <p:cNvPr id="12" name="Picture 11">
            <a:extLst>
              <a:ext uri="{FF2B5EF4-FFF2-40B4-BE49-F238E27FC236}">
                <a16:creationId xmlns:a16="http://schemas.microsoft.com/office/drawing/2014/main" id="{A94124A7-FC4A-D85D-C8D5-DB7A7F2D8715}"/>
              </a:ext>
            </a:extLst>
          </p:cNvPr>
          <p:cNvPicPr>
            <a:picLocks noChangeAspect="1"/>
          </p:cNvPicPr>
          <p:nvPr/>
        </p:nvPicPr>
        <p:blipFill rotWithShape="1">
          <a:blip r:embed="rId2">
            <a:extLst>
              <a:ext uri="{28A0092B-C50C-407E-A947-70E740481C1C}">
                <a14:useLocalDpi xmlns:a14="http://schemas.microsoft.com/office/drawing/2010/main" val="0"/>
              </a:ext>
            </a:extLst>
          </a:blip>
          <a:srcRect l="13581" t="13581" r="13581" b="13581"/>
          <a:stretch/>
        </p:blipFill>
        <p:spPr>
          <a:xfrm>
            <a:off x="1511491" y="2200840"/>
            <a:ext cx="1436400" cy="1397182"/>
          </a:xfrm>
          <a:prstGeom prst="rect">
            <a:avLst/>
          </a:prstGeom>
        </p:spPr>
      </p:pic>
      <p:sp>
        <p:nvSpPr>
          <p:cNvPr id="6" name="Rectangle 5">
            <a:extLst>
              <a:ext uri="{FF2B5EF4-FFF2-40B4-BE49-F238E27FC236}">
                <a16:creationId xmlns:a16="http://schemas.microsoft.com/office/drawing/2014/main" id="{1374A1FB-80E2-7F5F-CE14-93768B6D78D7}"/>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9">
            <a:extLst>
              <a:ext uri="{FF2B5EF4-FFF2-40B4-BE49-F238E27FC236}">
                <a16:creationId xmlns:a16="http://schemas.microsoft.com/office/drawing/2014/main" id="{448FFAE6-EA37-4AE8-35F6-722A536A4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3" name="Picture 12">
            <a:extLst>
              <a:ext uri="{FF2B5EF4-FFF2-40B4-BE49-F238E27FC236}">
                <a16:creationId xmlns:a16="http://schemas.microsoft.com/office/drawing/2014/main" id="{1B7C1A7E-41CC-6233-6341-C583507F42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40" name="Rectangle 39">
            <a:extLst>
              <a:ext uri="{FF2B5EF4-FFF2-40B4-BE49-F238E27FC236}">
                <a16:creationId xmlns:a16="http://schemas.microsoft.com/office/drawing/2014/main" id="{FCB1771C-F2D2-089B-D2AE-82199F82CB54}"/>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40">
            <a:extLst>
              <a:ext uri="{FF2B5EF4-FFF2-40B4-BE49-F238E27FC236}">
                <a16:creationId xmlns:a16="http://schemas.microsoft.com/office/drawing/2014/main" id="{5C1FFBCE-BC7D-DBF9-9E3D-F57C41E2CC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42" name="Picture 41">
            <a:extLst>
              <a:ext uri="{FF2B5EF4-FFF2-40B4-BE49-F238E27FC236}">
                <a16:creationId xmlns:a16="http://schemas.microsoft.com/office/drawing/2014/main" id="{DCD2EE84-BF3D-6252-EA77-2000D68CF4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43" name="Picture 42">
            <a:extLst>
              <a:ext uri="{FF2B5EF4-FFF2-40B4-BE49-F238E27FC236}">
                <a16:creationId xmlns:a16="http://schemas.microsoft.com/office/drawing/2014/main" id="{4C232B70-1341-B131-FF88-57AE8C7456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4" name="Rectangle 43">
            <a:extLst>
              <a:ext uri="{FF2B5EF4-FFF2-40B4-BE49-F238E27FC236}">
                <a16:creationId xmlns:a16="http://schemas.microsoft.com/office/drawing/2014/main" id="{9C7FFE49-749E-24D1-97CC-7BBB927E7BC1}"/>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Picture 44">
            <a:extLst>
              <a:ext uri="{FF2B5EF4-FFF2-40B4-BE49-F238E27FC236}">
                <a16:creationId xmlns:a16="http://schemas.microsoft.com/office/drawing/2014/main" id="{93725F04-3C48-7583-F5B9-D2978AE5060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46" name="Picture 45">
            <a:extLst>
              <a:ext uri="{FF2B5EF4-FFF2-40B4-BE49-F238E27FC236}">
                <a16:creationId xmlns:a16="http://schemas.microsoft.com/office/drawing/2014/main" id="{47E0C5D9-5993-9C2F-592F-4A3E4175C76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47" name="Picture 46">
            <a:extLst>
              <a:ext uri="{FF2B5EF4-FFF2-40B4-BE49-F238E27FC236}">
                <a16:creationId xmlns:a16="http://schemas.microsoft.com/office/drawing/2014/main" id="{71A38D1E-8CF9-C437-7562-128FD04EC89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48" name="Picture 47">
            <a:extLst>
              <a:ext uri="{FF2B5EF4-FFF2-40B4-BE49-F238E27FC236}">
                <a16:creationId xmlns:a16="http://schemas.microsoft.com/office/drawing/2014/main" id="{024063C3-CAA9-CB30-6207-056A8301B88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49" name="Rectangle 48">
            <a:extLst>
              <a:ext uri="{FF2B5EF4-FFF2-40B4-BE49-F238E27FC236}">
                <a16:creationId xmlns:a16="http://schemas.microsoft.com/office/drawing/2014/main" id="{75C3C26F-24C2-7013-BF99-66505A567DDD}"/>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Picture 49">
            <a:extLst>
              <a:ext uri="{FF2B5EF4-FFF2-40B4-BE49-F238E27FC236}">
                <a16:creationId xmlns:a16="http://schemas.microsoft.com/office/drawing/2014/main" id="{163C85E2-F834-E201-D5C3-BA69E625F2A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51" name="Picture 50">
            <a:extLst>
              <a:ext uri="{FF2B5EF4-FFF2-40B4-BE49-F238E27FC236}">
                <a16:creationId xmlns:a16="http://schemas.microsoft.com/office/drawing/2014/main" id="{DFE1689F-16C7-70D4-DA9F-5E2BEC5D348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60925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6" name="TextBox 5">
            <a:extLst>
              <a:ext uri="{FF2B5EF4-FFF2-40B4-BE49-F238E27FC236}">
                <a16:creationId xmlns:a16="http://schemas.microsoft.com/office/drawing/2014/main" id="{93FE7825-A309-D01E-5023-BC6512F98C30}"/>
              </a:ext>
            </a:extLst>
          </p:cNvPr>
          <p:cNvSpPr txBox="1"/>
          <p:nvPr/>
        </p:nvSpPr>
        <p:spPr>
          <a:xfrm>
            <a:off x="2417236" y="3178841"/>
            <a:ext cx="7950197" cy="2230739"/>
          </a:xfrm>
          <a:prstGeom prst="rect">
            <a:avLst/>
          </a:prstGeom>
          <a:noFill/>
        </p:spPr>
        <p:txBody>
          <a:bodyPr wrap="square" rtlCol="0">
            <a:spAutoFit/>
          </a:bodyPr>
          <a:lstStyle/>
          <a:p>
            <a:pPr>
              <a:lnSpc>
                <a:spcPct val="200000"/>
              </a:lnSpc>
            </a:pPr>
            <a:r>
              <a:rPr lang="en-US" altLang="zh-CN" dirty="0">
                <a:latin typeface="Corbel" panose="020B0503020204020204" pitchFamily="34" charset="0"/>
              </a:rPr>
              <a:t>Computer performance refers to the speed and efficiency with which computers process and perform tasks. It is estimated from the accuracy, efficiency, and speed with which the instructions of a computer program are executed. You can press the “</a:t>
            </a:r>
            <a:r>
              <a:rPr lang="en-US" altLang="zh-CN" b="1" dirty="0">
                <a:latin typeface="Corbel" panose="020B0503020204020204" pitchFamily="34" charset="0"/>
              </a:rPr>
              <a:t>View</a:t>
            </a:r>
            <a:r>
              <a:rPr lang="en-US" altLang="zh-CN" dirty="0">
                <a:latin typeface="Corbel" panose="020B0503020204020204" pitchFamily="34" charset="0"/>
              </a:rPr>
              <a:t>” button to view the performance of your computer.</a:t>
            </a:r>
            <a:endParaRPr lang="zh-CN" altLang="en-US" dirty="0">
              <a:latin typeface="Corbel" panose="020B0503020204020204" pitchFamily="34" charset="0"/>
            </a:endParaRPr>
          </a:p>
        </p:txBody>
      </p:sp>
      <p:sp>
        <p:nvSpPr>
          <p:cNvPr id="10" name="TextBox 9">
            <a:extLst>
              <a:ext uri="{FF2B5EF4-FFF2-40B4-BE49-F238E27FC236}">
                <a16:creationId xmlns:a16="http://schemas.microsoft.com/office/drawing/2014/main" id="{36A1A121-E229-E4E5-EF1D-8C36C6BD2A4F}"/>
              </a:ext>
            </a:extLst>
          </p:cNvPr>
          <p:cNvSpPr txBox="1"/>
          <p:nvPr/>
        </p:nvSpPr>
        <p:spPr>
          <a:xfrm>
            <a:off x="2417236" y="1892259"/>
            <a:ext cx="2169440" cy="523220"/>
          </a:xfrm>
          <a:prstGeom prst="rect">
            <a:avLst/>
          </a:prstGeom>
          <a:noFill/>
        </p:spPr>
        <p:txBody>
          <a:bodyPr wrap="none" rtlCol="0">
            <a:spAutoFit/>
          </a:bodyPr>
          <a:lstStyle/>
          <a:p>
            <a:r>
              <a:rPr lang="en-US" altLang="zh-CN" sz="2800" b="1" dirty="0">
                <a:latin typeface="Corbel" panose="020B0503020204020204" pitchFamily="34" charset="0"/>
              </a:rPr>
              <a:t>Performance</a:t>
            </a:r>
            <a:endParaRPr lang="zh-CN" altLang="en-US" sz="2800" b="1" dirty="0">
              <a:latin typeface="Corbel" panose="020B0503020204020204" pitchFamily="34" charset="0"/>
            </a:endParaRPr>
          </a:p>
        </p:txBody>
      </p:sp>
      <p:sp>
        <p:nvSpPr>
          <p:cNvPr id="13" name="Rectangle 12">
            <a:extLst>
              <a:ext uri="{FF2B5EF4-FFF2-40B4-BE49-F238E27FC236}">
                <a16:creationId xmlns:a16="http://schemas.microsoft.com/office/drawing/2014/main" id="{1AB038CE-42C4-B2C0-1CAC-1F10BE435B26}"/>
              </a:ext>
            </a:extLst>
          </p:cNvPr>
          <p:cNvSpPr/>
          <p:nvPr/>
        </p:nvSpPr>
        <p:spPr>
          <a:xfrm>
            <a:off x="8936566" y="1975323"/>
            <a:ext cx="1058333" cy="406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Corbel" panose="020B0503020204020204" pitchFamily="34" charset="0"/>
              </a:rPr>
              <a:t>View</a:t>
            </a:r>
            <a:endParaRPr lang="zh-CN" altLang="en-US" sz="2000" b="1" dirty="0">
              <a:solidFill>
                <a:schemeClr val="bg1"/>
              </a:solidFill>
              <a:latin typeface="Corbel" panose="020B0503020204020204" pitchFamily="34" charset="0"/>
            </a:endParaRPr>
          </a:p>
        </p:txBody>
      </p:sp>
      <p:sp>
        <p:nvSpPr>
          <p:cNvPr id="9" name="Rectangle 8">
            <a:extLst>
              <a:ext uri="{FF2B5EF4-FFF2-40B4-BE49-F238E27FC236}">
                <a16:creationId xmlns:a16="http://schemas.microsoft.com/office/drawing/2014/main" id="{49F00F8F-F80A-CF5D-A028-8AF1C8644049}"/>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10">
            <a:extLst>
              <a:ext uri="{FF2B5EF4-FFF2-40B4-BE49-F238E27FC236}">
                <a16:creationId xmlns:a16="http://schemas.microsoft.com/office/drawing/2014/main" id="{89C9E174-C5E2-68A1-F739-6A9FB7927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2" name="Picture 11">
            <a:extLst>
              <a:ext uri="{FF2B5EF4-FFF2-40B4-BE49-F238E27FC236}">
                <a16:creationId xmlns:a16="http://schemas.microsoft.com/office/drawing/2014/main" id="{01566213-0F22-A6DB-FDC1-23721F99BB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14" name="Rectangle 13">
            <a:extLst>
              <a:ext uri="{FF2B5EF4-FFF2-40B4-BE49-F238E27FC236}">
                <a16:creationId xmlns:a16="http://schemas.microsoft.com/office/drawing/2014/main" id="{F33BDC2F-3FB0-F0C8-331C-04B0DD4063E4}"/>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14">
            <a:extLst>
              <a:ext uri="{FF2B5EF4-FFF2-40B4-BE49-F238E27FC236}">
                <a16:creationId xmlns:a16="http://schemas.microsoft.com/office/drawing/2014/main" id="{2D8221F4-72AF-48FB-09A7-6407A588BC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16" name="Picture 15">
            <a:extLst>
              <a:ext uri="{FF2B5EF4-FFF2-40B4-BE49-F238E27FC236}">
                <a16:creationId xmlns:a16="http://schemas.microsoft.com/office/drawing/2014/main" id="{1DEC5917-E7B3-9E7C-57D7-C4AF5F0CE2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17" name="Picture 16">
            <a:extLst>
              <a:ext uri="{FF2B5EF4-FFF2-40B4-BE49-F238E27FC236}">
                <a16:creationId xmlns:a16="http://schemas.microsoft.com/office/drawing/2014/main" id="{90F2CC1A-E7A3-F8D8-CC0C-7DE2BD519A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18" name="Rectangle 17">
            <a:extLst>
              <a:ext uri="{FF2B5EF4-FFF2-40B4-BE49-F238E27FC236}">
                <a16:creationId xmlns:a16="http://schemas.microsoft.com/office/drawing/2014/main" id="{B038D238-7E74-8464-F8D9-96BE2C65E25A}"/>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Picture 18">
            <a:extLst>
              <a:ext uri="{FF2B5EF4-FFF2-40B4-BE49-F238E27FC236}">
                <a16:creationId xmlns:a16="http://schemas.microsoft.com/office/drawing/2014/main" id="{49EC2990-87EE-7B20-2AD1-A1C2DD37598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20" name="Picture 19">
            <a:extLst>
              <a:ext uri="{FF2B5EF4-FFF2-40B4-BE49-F238E27FC236}">
                <a16:creationId xmlns:a16="http://schemas.microsoft.com/office/drawing/2014/main" id="{52BD96D3-8C8F-ADB0-AD93-04888054601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21" name="Picture 20">
            <a:extLst>
              <a:ext uri="{FF2B5EF4-FFF2-40B4-BE49-F238E27FC236}">
                <a16:creationId xmlns:a16="http://schemas.microsoft.com/office/drawing/2014/main" id="{2B602A5F-E29E-BEE0-C216-11C4BAE8A53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22" name="Picture 21">
            <a:extLst>
              <a:ext uri="{FF2B5EF4-FFF2-40B4-BE49-F238E27FC236}">
                <a16:creationId xmlns:a16="http://schemas.microsoft.com/office/drawing/2014/main" id="{7F81A2CB-FD83-D5B1-A801-BA001C25A9B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23" name="Rectangle 22">
            <a:extLst>
              <a:ext uri="{FF2B5EF4-FFF2-40B4-BE49-F238E27FC236}">
                <a16:creationId xmlns:a16="http://schemas.microsoft.com/office/drawing/2014/main" id="{77B499EA-A855-898C-B664-3BF5C20A3C1D}"/>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Picture 23">
            <a:extLst>
              <a:ext uri="{FF2B5EF4-FFF2-40B4-BE49-F238E27FC236}">
                <a16:creationId xmlns:a16="http://schemas.microsoft.com/office/drawing/2014/main" id="{DB77DA74-2E12-7437-EC21-F4E5A448A5E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25" name="Picture 24">
            <a:extLst>
              <a:ext uri="{FF2B5EF4-FFF2-40B4-BE49-F238E27FC236}">
                <a16:creationId xmlns:a16="http://schemas.microsoft.com/office/drawing/2014/main" id="{B8C814ED-5E13-351E-49CD-79E80381ED3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3439680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B95A19-B2B2-92DB-76F5-CB42DBB4E053}"/>
              </a:ext>
            </a:extLst>
          </p:cNvPr>
          <p:cNvSpPr/>
          <p:nvPr/>
        </p:nvSpPr>
        <p:spPr>
          <a:xfrm>
            <a:off x="2707481" y="928687"/>
            <a:ext cx="6777038" cy="500062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a:extLst>
              <a:ext uri="{FF2B5EF4-FFF2-40B4-BE49-F238E27FC236}">
                <a16:creationId xmlns:a16="http://schemas.microsoft.com/office/drawing/2014/main" id="{4518624F-8B94-32E3-7BAC-EF06837DF783}"/>
              </a:ext>
            </a:extLst>
          </p:cNvPr>
          <p:cNvSpPr txBox="1"/>
          <p:nvPr/>
        </p:nvSpPr>
        <p:spPr>
          <a:xfrm>
            <a:off x="2960161" y="1225509"/>
            <a:ext cx="1947969" cy="461665"/>
          </a:xfrm>
          <a:prstGeom prst="rect">
            <a:avLst/>
          </a:prstGeom>
          <a:noFill/>
        </p:spPr>
        <p:txBody>
          <a:bodyPr wrap="none" rtlCol="0">
            <a:spAutoFit/>
          </a:bodyPr>
          <a:lstStyle/>
          <a:p>
            <a:r>
              <a:rPr lang="en-US" altLang="zh-CN" sz="2400" dirty="0">
                <a:latin typeface="Microsoft Sans Serif" panose="020B0604020202020204" pitchFamily="34" charset="0"/>
                <a:ea typeface="Microsoft Sans Serif" panose="020B0604020202020204" pitchFamily="34" charset="0"/>
                <a:cs typeface="Microsoft Sans Serif" panose="020B0604020202020204" pitchFamily="34" charset="0"/>
              </a:rPr>
              <a:t>Performance</a:t>
            </a:r>
            <a:endParaRPr lang="zh-CN" altLang="en-US" sz="2400" dirty="0">
              <a:latin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271CBF19-DA2C-21AF-57F8-BFBCA52871AD}"/>
              </a:ext>
            </a:extLst>
          </p:cNvPr>
          <p:cNvSpPr txBox="1"/>
          <p:nvPr/>
        </p:nvSpPr>
        <p:spPr>
          <a:xfrm>
            <a:off x="3315623" y="1983996"/>
            <a:ext cx="662361" cy="338554"/>
          </a:xfrm>
          <a:prstGeom prst="rect">
            <a:avLst/>
          </a:prstGeom>
          <a:noFill/>
        </p:spPr>
        <p:txBody>
          <a:bodyPr wrap="none" rtlCol="0">
            <a:spAutoFit/>
          </a:bodyPr>
          <a:lstStyle/>
          <a:p>
            <a:r>
              <a:rPr lang="en-US" altLang="zh-CN" sz="1600" dirty="0"/>
              <a:t>CPU: </a:t>
            </a:r>
            <a:endParaRPr lang="zh-CN" altLang="en-US" sz="1600" dirty="0"/>
          </a:p>
        </p:txBody>
      </p:sp>
      <p:sp>
        <p:nvSpPr>
          <p:cNvPr id="5" name="TextBox 4">
            <a:extLst>
              <a:ext uri="{FF2B5EF4-FFF2-40B4-BE49-F238E27FC236}">
                <a16:creationId xmlns:a16="http://schemas.microsoft.com/office/drawing/2014/main" id="{B81CCE1B-7B70-0B14-BC04-312B8D43AAAF}"/>
              </a:ext>
            </a:extLst>
          </p:cNvPr>
          <p:cNvSpPr txBox="1"/>
          <p:nvPr/>
        </p:nvSpPr>
        <p:spPr>
          <a:xfrm>
            <a:off x="3315623" y="2411995"/>
            <a:ext cx="712054" cy="338554"/>
          </a:xfrm>
          <a:prstGeom prst="rect">
            <a:avLst/>
          </a:prstGeom>
          <a:noFill/>
        </p:spPr>
        <p:txBody>
          <a:bodyPr wrap="none" rtlCol="0">
            <a:spAutoFit/>
          </a:bodyPr>
          <a:lstStyle/>
          <a:p>
            <a:r>
              <a:rPr lang="en-US" altLang="zh-CN" sz="1600" dirty="0"/>
              <a:t>RAM: </a:t>
            </a:r>
            <a:endParaRPr lang="zh-CN" altLang="en-US" sz="1600" dirty="0"/>
          </a:p>
        </p:txBody>
      </p:sp>
      <p:sp>
        <p:nvSpPr>
          <p:cNvPr id="7" name="TextBox 6">
            <a:extLst>
              <a:ext uri="{FF2B5EF4-FFF2-40B4-BE49-F238E27FC236}">
                <a16:creationId xmlns:a16="http://schemas.microsoft.com/office/drawing/2014/main" id="{E5E81085-C2AF-BF82-8B7B-D122CB3BC704}"/>
              </a:ext>
            </a:extLst>
          </p:cNvPr>
          <p:cNvSpPr txBox="1"/>
          <p:nvPr/>
        </p:nvSpPr>
        <p:spPr>
          <a:xfrm>
            <a:off x="3315623" y="2839994"/>
            <a:ext cx="652743" cy="338554"/>
          </a:xfrm>
          <a:prstGeom prst="rect">
            <a:avLst/>
          </a:prstGeom>
          <a:noFill/>
        </p:spPr>
        <p:txBody>
          <a:bodyPr wrap="none" rtlCol="0">
            <a:spAutoFit/>
          </a:bodyPr>
          <a:lstStyle/>
          <a:p>
            <a:r>
              <a:rPr lang="en-US" altLang="zh-CN" sz="1600" dirty="0"/>
              <a:t>Disk: </a:t>
            </a:r>
            <a:endParaRPr lang="zh-CN" altLang="en-US" sz="1600" dirty="0"/>
          </a:p>
        </p:txBody>
      </p:sp>
      <p:sp>
        <p:nvSpPr>
          <p:cNvPr id="8" name="Rectangle 7">
            <a:extLst>
              <a:ext uri="{FF2B5EF4-FFF2-40B4-BE49-F238E27FC236}">
                <a16:creationId xmlns:a16="http://schemas.microsoft.com/office/drawing/2014/main" id="{59DF93F1-971F-75E8-9662-0279B7206B12}"/>
              </a:ext>
            </a:extLst>
          </p:cNvPr>
          <p:cNvSpPr/>
          <p:nvPr/>
        </p:nvSpPr>
        <p:spPr>
          <a:xfrm>
            <a:off x="4305300" y="2023777"/>
            <a:ext cx="4176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a:extLst>
              <a:ext uri="{FF2B5EF4-FFF2-40B4-BE49-F238E27FC236}">
                <a16:creationId xmlns:a16="http://schemas.microsoft.com/office/drawing/2014/main" id="{7469BFE3-4F79-5EA4-471F-E00182BF4F6C}"/>
              </a:ext>
            </a:extLst>
          </p:cNvPr>
          <p:cNvSpPr/>
          <p:nvPr/>
        </p:nvSpPr>
        <p:spPr>
          <a:xfrm>
            <a:off x="4305300" y="2451776"/>
            <a:ext cx="4176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ctangle 22">
            <a:extLst>
              <a:ext uri="{FF2B5EF4-FFF2-40B4-BE49-F238E27FC236}">
                <a16:creationId xmlns:a16="http://schemas.microsoft.com/office/drawing/2014/main" id="{4C1DB708-87A5-A6BE-71AD-50D0709A3388}"/>
              </a:ext>
            </a:extLst>
          </p:cNvPr>
          <p:cNvSpPr/>
          <p:nvPr/>
        </p:nvSpPr>
        <p:spPr>
          <a:xfrm>
            <a:off x="4305300" y="2879775"/>
            <a:ext cx="4176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3">
            <a:extLst>
              <a:ext uri="{FF2B5EF4-FFF2-40B4-BE49-F238E27FC236}">
                <a16:creationId xmlns:a16="http://schemas.microsoft.com/office/drawing/2014/main" id="{0D1F8516-E78D-EE4E-3E56-D06DD4390EBD}"/>
              </a:ext>
            </a:extLst>
          </p:cNvPr>
          <p:cNvSpPr txBox="1"/>
          <p:nvPr/>
        </p:nvSpPr>
        <p:spPr>
          <a:xfrm>
            <a:off x="8529074" y="1979377"/>
            <a:ext cx="394660" cy="338554"/>
          </a:xfrm>
          <a:prstGeom prst="rect">
            <a:avLst/>
          </a:prstGeom>
          <a:noFill/>
        </p:spPr>
        <p:txBody>
          <a:bodyPr wrap="none" rtlCol="0">
            <a:spAutoFit/>
          </a:bodyPr>
          <a:lstStyle/>
          <a:p>
            <a:r>
              <a:rPr lang="en-US" altLang="zh-CN" sz="1600" dirty="0"/>
              <a:t>0%</a:t>
            </a:r>
            <a:endParaRPr lang="zh-CN" altLang="en-US" sz="1600" dirty="0"/>
          </a:p>
        </p:txBody>
      </p:sp>
      <p:sp>
        <p:nvSpPr>
          <p:cNvPr id="25" name="TextBox 24">
            <a:extLst>
              <a:ext uri="{FF2B5EF4-FFF2-40B4-BE49-F238E27FC236}">
                <a16:creationId xmlns:a16="http://schemas.microsoft.com/office/drawing/2014/main" id="{EE38A40C-69AD-24CD-BB92-D82957646E2A}"/>
              </a:ext>
            </a:extLst>
          </p:cNvPr>
          <p:cNvSpPr txBox="1"/>
          <p:nvPr/>
        </p:nvSpPr>
        <p:spPr>
          <a:xfrm>
            <a:off x="8529074" y="2411995"/>
            <a:ext cx="394660" cy="338554"/>
          </a:xfrm>
          <a:prstGeom prst="rect">
            <a:avLst/>
          </a:prstGeom>
          <a:noFill/>
        </p:spPr>
        <p:txBody>
          <a:bodyPr wrap="none" rtlCol="0">
            <a:spAutoFit/>
          </a:bodyPr>
          <a:lstStyle/>
          <a:p>
            <a:r>
              <a:rPr lang="en-US" altLang="zh-CN" sz="1600" dirty="0"/>
              <a:t>0%</a:t>
            </a:r>
            <a:endParaRPr lang="zh-CN" altLang="en-US" sz="1600" dirty="0"/>
          </a:p>
        </p:txBody>
      </p:sp>
      <p:sp>
        <p:nvSpPr>
          <p:cNvPr id="26" name="TextBox 25">
            <a:extLst>
              <a:ext uri="{FF2B5EF4-FFF2-40B4-BE49-F238E27FC236}">
                <a16:creationId xmlns:a16="http://schemas.microsoft.com/office/drawing/2014/main" id="{22D4275C-4C4D-DAD1-88B6-0630752EFD64}"/>
              </a:ext>
            </a:extLst>
          </p:cNvPr>
          <p:cNvSpPr txBox="1"/>
          <p:nvPr/>
        </p:nvSpPr>
        <p:spPr>
          <a:xfrm>
            <a:off x="8529074" y="2839994"/>
            <a:ext cx="394660" cy="338554"/>
          </a:xfrm>
          <a:prstGeom prst="rect">
            <a:avLst/>
          </a:prstGeom>
          <a:noFill/>
        </p:spPr>
        <p:txBody>
          <a:bodyPr wrap="none" rtlCol="0">
            <a:spAutoFit/>
          </a:bodyPr>
          <a:lstStyle/>
          <a:p>
            <a:r>
              <a:rPr lang="en-US" altLang="zh-CN" sz="1600" dirty="0"/>
              <a:t>0%</a:t>
            </a:r>
            <a:endParaRPr lang="zh-CN" altLang="en-US" sz="1600" dirty="0"/>
          </a:p>
        </p:txBody>
      </p:sp>
      <p:graphicFrame>
        <p:nvGraphicFramePr>
          <p:cNvPr id="27" name="Chart 26">
            <a:extLst>
              <a:ext uri="{FF2B5EF4-FFF2-40B4-BE49-F238E27FC236}">
                <a16:creationId xmlns:a16="http://schemas.microsoft.com/office/drawing/2014/main" id="{B9624A2B-EC29-C4BF-4562-1E6075407FBA}"/>
              </a:ext>
            </a:extLst>
          </p:cNvPr>
          <p:cNvGraphicFramePr/>
          <p:nvPr/>
        </p:nvGraphicFramePr>
        <p:xfrm>
          <a:off x="3505200" y="3327945"/>
          <a:ext cx="5067300" cy="24156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9660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9" name="TextBox 8">
            <a:extLst>
              <a:ext uri="{FF2B5EF4-FFF2-40B4-BE49-F238E27FC236}">
                <a16:creationId xmlns:a16="http://schemas.microsoft.com/office/drawing/2014/main" id="{977B2CFA-BE70-2C30-CDCF-0EF65C2D3258}"/>
              </a:ext>
            </a:extLst>
          </p:cNvPr>
          <p:cNvSpPr txBox="1"/>
          <p:nvPr/>
        </p:nvSpPr>
        <p:spPr>
          <a:xfrm>
            <a:off x="2417236" y="2042248"/>
            <a:ext cx="7950197" cy="4455322"/>
          </a:xfrm>
          <a:prstGeom prst="rect">
            <a:avLst/>
          </a:prstGeom>
          <a:noFill/>
        </p:spPr>
        <p:txBody>
          <a:bodyPr wrap="square" rtlCol="0">
            <a:spAutoFit/>
          </a:bodyPr>
          <a:lstStyle/>
          <a:p>
            <a:pPr>
              <a:lnSpc>
                <a:spcPct val="200000"/>
              </a:lnSpc>
            </a:pPr>
            <a:r>
              <a:rPr lang="en-US" altLang="zh-CN" sz="1600" b="1" dirty="0">
                <a:latin typeface="Corbel" panose="020B0503020204020204" pitchFamily="34" charset="0"/>
              </a:rPr>
              <a:t>Simple mode</a:t>
            </a:r>
          </a:p>
          <a:p>
            <a:pPr>
              <a:lnSpc>
                <a:spcPct val="200000"/>
              </a:lnSpc>
            </a:pPr>
            <a:r>
              <a:rPr lang="en-US" altLang="zh-CN" sz="1600" dirty="0">
                <a:latin typeface="Corbel" panose="020B0503020204020204" pitchFamily="34" charset="0"/>
              </a:rPr>
              <a:t>One scan calculates the MD5 value of a file and compares it with the MD5 value of a known virus to confirm whether the file is a virus or malware. Used to verify that the file has been tampered with or implanted with malicious code.</a:t>
            </a:r>
          </a:p>
          <a:p>
            <a:pPr>
              <a:lnSpc>
                <a:spcPct val="200000"/>
              </a:lnSpc>
            </a:pPr>
            <a:endParaRPr lang="en-US" altLang="zh-CN" sz="1600" dirty="0">
              <a:latin typeface="Corbel" panose="020B0503020204020204" pitchFamily="34" charset="0"/>
            </a:endParaRPr>
          </a:p>
          <a:p>
            <a:pPr>
              <a:lnSpc>
                <a:spcPct val="200000"/>
              </a:lnSpc>
            </a:pPr>
            <a:r>
              <a:rPr lang="en-US" altLang="zh-CN" sz="1600" b="1" dirty="0">
                <a:latin typeface="Corbel" panose="020B0503020204020204" pitchFamily="34" charset="0"/>
              </a:rPr>
              <a:t>Advanced mode</a:t>
            </a:r>
          </a:p>
          <a:p>
            <a:pPr>
              <a:lnSpc>
                <a:spcPct val="200000"/>
              </a:lnSpc>
            </a:pPr>
            <a:r>
              <a:rPr lang="en-US" altLang="zh-CN" sz="1600" dirty="0">
                <a:latin typeface="Corbel" panose="020B0503020204020204" pitchFamily="34" charset="0"/>
              </a:rPr>
              <a:t>Use VirusTotal scanned, it is divided into three parts: file scanning, URL scanning and other scanning. Compared to the MD5 simple scan, it will show more detailed information, such as virus species, virus source, etc.</a:t>
            </a:r>
            <a:endParaRPr lang="zh-CN" altLang="en-US" sz="1600" dirty="0">
              <a:latin typeface="Corbel" panose="020B0503020204020204" pitchFamily="34" charset="0"/>
            </a:endParaRPr>
          </a:p>
        </p:txBody>
      </p:sp>
      <p:sp>
        <p:nvSpPr>
          <p:cNvPr id="11" name="TextBox 10">
            <a:extLst>
              <a:ext uri="{FF2B5EF4-FFF2-40B4-BE49-F238E27FC236}">
                <a16:creationId xmlns:a16="http://schemas.microsoft.com/office/drawing/2014/main" id="{6B977967-4515-BFC7-C2C7-291AA6E40F13}"/>
              </a:ext>
            </a:extLst>
          </p:cNvPr>
          <p:cNvSpPr txBox="1"/>
          <p:nvPr/>
        </p:nvSpPr>
        <p:spPr>
          <a:xfrm>
            <a:off x="2417236" y="755666"/>
            <a:ext cx="1441420" cy="523220"/>
          </a:xfrm>
          <a:prstGeom prst="rect">
            <a:avLst/>
          </a:prstGeom>
          <a:noFill/>
        </p:spPr>
        <p:txBody>
          <a:bodyPr wrap="none" rtlCol="0">
            <a:spAutoFit/>
          </a:bodyPr>
          <a:lstStyle/>
          <a:p>
            <a:r>
              <a:rPr lang="en-US" altLang="zh-CN" sz="2800" b="1" dirty="0">
                <a:latin typeface="Corbel" panose="020B0503020204020204" pitchFamily="34" charset="0"/>
              </a:rPr>
              <a:t>Scanner</a:t>
            </a:r>
            <a:endParaRPr lang="zh-CN" altLang="en-US" sz="2800" b="1" dirty="0">
              <a:latin typeface="Corbel" panose="020B0503020204020204" pitchFamily="34" charset="0"/>
            </a:endParaRPr>
          </a:p>
        </p:txBody>
      </p:sp>
      <p:sp>
        <p:nvSpPr>
          <p:cNvPr id="12" name="Rectangle 11">
            <a:extLst>
              <a:ext uri="{FF2B5EF4-FFF2-40B4-BE49-F238E27FC236}">
                <a16:creationId xmlns:a16="http://schemas.microsoft.com/office/drawing/2014/main" id="{6EF98B7A-4318-8DF6-B382-4E56D43433C5}"/>
              </a:ext>
            </a:extLst>
          </p:cNvPr>
          <p:cNvSpPr/>
          <p:nvPr/>
        </p:nvSpPr>
        <p:spPr>
          <a:xfrm>
            <a:off x="8936566" y="838730"/>
            <a:ext cx="1058333" cy="406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Corbel" panose="020B0503020204020204" pitchFamily="34" charset="0"/>
              </a:rPr>
              <a:t>Simple</a:t>
            </a:r>
            <a:endParaRPr lang="zh-CN" altLang="en-US" sz="2000" b="1" dirty="0">
              <a:solidFill>
                <a:schemeClr val="bg1"/>
              </a:solidFill>
              <a:latin typeface="Corbel" panose="020B0503020204020204" pitchFamily="34" charset="0"/>
            </a:endParaRPr>
          </a:p>
        </p:txBody>
      </p:sp>
      <p:sp>
        <p:nvSpPr>
          <p:cNvPr id="6" name="Rectangle 5">
            <a:extLst>
              <a:ext uri="{FF2B5EF4-FFF2-40B4-BE49-F238E27FC236}">
                <a16:creationId xmlns:a16="http://schemas.microsoft.com/office/drawing/2014/main" id="{322E416F-5AE1-8311-7242-8A1352E9F885}"/>
              </a:ext>
            </a:extLst>
          </p:cNvPr>
          <p:cNvSpPr/>
          <p:nvPr/>
        </p:nvSpPr>
        <p:spPr>
          <a:xfrm rot="5400000">
            <a:off x="9913390" y="920241"/>
            <a:ext cx="406401" cy="24338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Corbel" panose="020B0503020204020204" pitchFamily="34" charset="0"/>
              </a:rPr>
              <a:t>&gt;</a:t>
            </a:r>
            <a:endParaRPr lang="zh-CN" altLang="en-US" sz="2000" b="1" dirty="0">
              <a:solidFill>
                <a:schemeClr val="bg1"/>
              </a:solidFill>
              <a:latin typeface="Corbel" panose="020B0503020204020204" pitchFamily="34" charset="0"/>
            </a:endParaRPr>
          </a:p>
        </p:txBody>
      </p:sp>
      <p:sp>
        <p:nvSpPr>
          <p:cNvPr id="10" name="Rectangle 9">
            <a:extLst>
              <a:ext uri="{FF2B5EF4-FFF2-40B4-BE49-F238E27FC236}">
                <a16:creationId xmlns:a16="http://schemas.microsoft.com/office/drawing/2014/main" id="{57278D2F-64AB-5FAD-FBC1-8CBF7D2E9F9B}"/>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12">
            <a:extLst>
              <a:ext uri="{FF2B5EF4-FFF2-40B4-BE49-F238E27FC236}">
                <a16:creationId xmlns:a16="http://schemas.microsoft.com/office/drawing/2014/main" id="{E7BCB725-9EF1-4BA3-B6A9-4D43DBAB5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40" name="Picture 39">
            <a:extLst>
              <a:ext uri="{FF2B5EF4-FFF2-40B4-BE49-F238E27FC236}">
                <a16:creationId xmlns:a16="http://schemas.microsoft.com/office/drawing/2014/main" id="{B7E7BD1D-B09D-F642-D373-42B0D77DB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41" name="Rectangle 40">
            <a:extLst>
              <a:ext uri="{FF2B5EF4-FFF2-40B4-BE49-F238E27FC236}">
                <a16:creationId xmlns:a16="http://schemas.microsoft.com/office/drawing/2014/main" id="{FCE63B48-253F-D132-F41D-FDA7A9F6501B}"/>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Picture 41">
            <a:extLst>
              <a:ext uri="{FF2B5EF4-FFF2-40B4-BE49-F238E27FC236}">
                <a16:creationId xmlns:a16="http://schemas.microsoft.com/office/drawing/2014/main" id="{2EE84694-7AA8-A042-5AFD-8E7BAADB21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43" name="Picture 42">
            <a:extLst>
              <a:ext uri="{FF2B5EF4-FFF2-40B4-BE49-F238E27FC236}">
                <a16:creationId xmlns:a16="http://schemas.microsoft.com/office/drawing/2014/main" id="{B8E0D0A6-72DA-5BED-DC5D-066E5F7D63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44" name="Picture 43">
            <a:extLst>
              <a:ext uri="{FF2B5EF4-FFF2-40B4-BE49-F238E27FC236}">
                <a16:creationId xmlns:a16="http://schemas.microsoft.com/office/drawing/2014/main" id="{026784A5-46FF-7E5A-10FE-C1C1B01C04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5" name="Rectangle 44">
            <a:extLst>
              <a:ext uri="{FF2B5EF4-FFF2-40B4-BE49-F238E27FC236}">
                <a16:creationId xmlns:a16="http://schemas.microsoft.com/office/drawing/2014/main" id="{37836346-0ADC-CF0C-140E-1492B3276885}"/>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Picture 45">
            <a:extLst>
              <a:ext uri="{FF2B5EF4-FFF2-40B4-BE49-F238E27FC236}">
                <a16:creationId xmlns:a16="http://schemas.microsoft.com/office/drawing/2014/main" id="{84487F70-2279-DAA9-B22E-849AA3F2E0E6}"/>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47" name="Picture 46">
            <a:extLst>
              <a:ext uri="{FF2B5EF4-FFF2-40B4-BE49-F238E27FC236}">
                <a16:creationId xmlns:a16="http://schemas.microsoft.com/office/drawing/2014/main" id="{3265BD5D-F945-979B-9B59-4EC0B290BC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48" name="Picture 47">
            <a:extLst>
              <a:ext uri="{FF2B5EF4-FFF2-40B4-BE49-F238E27FC236}">
                <a16:creationId xmlns:a16="http://schemas.microsoft.com/office/drawing/2014/main" id="{72C31D3C-1926-E543-3490-136B561595D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49" name="Picture 48">
            <a:extLst>
              <a:ext uri="{FF2B5EF4-FFF2-40B4-BE49-F238E27FC236}">
                <a16:creationId xmlns:a16="http://schemas.microsoft.com/office/drawing/2014/main" id="{02FA1B11-A9C9-6F44-B790-67BC64224C4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50" name="Rectangle 49">
            <a:extLst>
              <a:ext uri="{FF2B5EF4-FFF2-40B4-BE49-F238E27FC236}">
                <a16:creationId xmlns:a16="http://schemas.microsoft.com/office/drawing/2014/main" id="{BB684FBA-E02E-11EE-8361-F0521F2D9D2F}"/>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Picture 50">
            <a:extLst>
              <a:ext uri="{FF2B5EF4-FFF2-40B4-BE49-F238E27FC236}">
                <a16:creationId xmlns:a16="http://schemas.microsoft.com/office/drawing/2014/main" id="{635C2489-E9AB-845A-E6B2-C700FD4672A1}"/>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52" name="Picture 51">
            <a:extLst>
              <a:ext uri="{FF2B5EF4-FFF2-40B4-BE49-F238E27FC236}">
                <a16:creationId xmlns:a16="http://schemas.microsoft.com/office/drawing/2014/main" id="{A46911C0-4973-19FF-F809-E88404CF8AEF}"/>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1683031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3B7D7D-D00D-D32C-450F-C51840A01D48}"/>
              </a:ext>
            </a:extLst>
          </p:cNvPr>
          <p:cNvSpPr/>
          <p:nvPr/>
        </p:nvSpPr>
        <p:spPr>
          <a:xfrm>
            <a:off x="3462867" y="1943100"/>
            <a:ext cx="5266266" cy="2757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8">
            <a:extLst>
              <a:ext uri="{FF2B5EF4-FFF2-40B4-BE49-F238E27FC236}">
                <a16:creationId xmlns:a16="http://schemas.microsoft.com/office/drawing/2014/main" id="{783B1484-56CA-F7D3-9055-FD7A2FC7BD3F}"/>
              </a:ext>
            </a:extLst>
          </p:cNvPr>
          <p:cNvSpPr/>
          <p:nvPr/>
        </p:nvSpPr>
        <p:spPr>
          <a:xfrm>
            <a:off x="3462867" y="2366962"/>
            <a:ext cx="5266266" cy="48683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A408C615-21F0-3A5B-B8FD-AF5A8CF70268}"/>
              </a:ext>
            </a:extLst>
          </p:cNvPr>
          <p:cNvSpPr txBox="1"/>
          <p:nvPr/>
        </p:nvSpPr>
        <p:spPr>
          <a:xfrm>
            <a:off x="3671880" y="2441101"/>
            <a:ext cx="500458" cy="338554"/>
          </a:xfrm>
          <a:prstGeom prst="rect">
            <a:avLst/>
          </a:prstGeom>
          <a:noFill/>
        </p:spPr>
        <p:txBody>
          <a:bodyPr wrap="none" rtlCol="0">
            <a:spAutoFit/>
          </a:bodyPr>
          <a:lstStyle/>
          <a:p>
            <a:r>
              <a:rPr lang="en-US" altLang="zh-CN" sz="1600" b="1" dirty="0">
                <a:latin typeface="Corbel" panose="020B0503020204020204" pitchFamily="34" charset="0"/>
              </a:rPr>
              <a:t>File</a:t>
            </a:r>
            <a:endParaRPr lang="zh-CN" altLang="en-US" sz="1600" b="1" dirty="0">
              <a:latin typeface="Corbel" panose="020B0503020204020204" pitchFamily="34" charset="0"/>
            </a:endParaRPr>
          </a:p>
        </p:txBody>
      </p:sp>
      <p:sp>
        <p:nvSpPr>
          <p:cNvPr id="11" name="TextBox 10">
            <a:extLst>
              <a:ext uri="{FF2B5EF4-FFF2-40B4-BE49-F238E27FC236}">
                <a16:creationId xmlns:a16="http://schemas.microsoft.com/office/drawing/2014/main" id="{6B226746-ADA1-A15C-D8B3-028F635DE391}"/>
              </a:ext>
            </a:extLst>
          </p:cNvPr>
          <p:cNvSpPr txBox="1"/>
          <p:nvPr/>
        </p:nvSpPr>
        <p:spPr>
          <a:xfrm>
            <a:off x="3671880" y="3176170"/>
            <a:ext cx="700833" cy="338554"/>
          </a:xfrm>
          <a:prstGeom prst="rect">
            <a:avLst/>
          </a:prstGeom>
          <a:noFill/>
        </p:spPr>
        <p:txBody>
          <a:bodyPr wrap="none" rtlCol="0">
            <a:spAutoFit/>
          </a:bodyPr>
          <a:lstStyle/>
          <a:p>
            <a:r>
              <a:rPr lang="en-US" altLang="zh-CN" sz="1600" dirty="0">
                <a:latin typeface="Corbel" panose="020B0503020204020204" pitchFamily="34" charset="0"/>
              </a:rPr>
              <a:t>Name</a:t>
            </a:r>
            <a:endParaRPr lang="zh-CN" altLang="en-US" sz="1600" dirty="0">
              <a:latin typeface="Corbel" panose="020B0503020204020204" pitchFamily="34" charset="0"/>
            </a:endParaRPr>
          </a:p>
        </p:txBody>
      </p:sp>
      <p:sp>
        <p:nvSpPr>
          <p:cNvPr id="12" name="TextBox 11">
            <a:extLst>
              <a:ext uri="{FF2B5EF4-FFF2-40B4-BE49-F238E27FC236}">
                <a16:creationId xmlns:a16="http://schemas.microsoft.com/office/drawing/2014/main" id="{C0A07B62-0461-0E41-5ACC-A535E2DA8AE3}"/>
              </a:ext>
            </a:extLst>
          </p:cNvPr>
          <p:cNvSpPr txBox="1"/>
          <p:nvPr/>
        </p:nvSpPr>
        <p:spPr>
          <a:xfrm>
            <a:off x="3671880" y="3621046"/>
            <a:ext cx="588623" cy="338554"/>
          </a:xfrm>
          <a:prstGeom prst="rect">
            <a:avLst/>
          </a:prstGeom>
          <a:noFill/>
        </p:spPr>
        <p:txBody>
          <a:bodyPr wrap="none" rtlCol="0">
            <a:spAutoFit/>
          </a:bodyPr>
          <a:lstStyle/>
          <a:p>
            <a:r>
              <a:rPr lang="en-US" altLang="zh-CN" sz="1600" dirty="0">
                <a:latin typeface="Corbel" panose="020B0503020204020204" pitchFamily="34" charset="0"/>
              </a:rPr>
              <a:t>MD5</a:t>
            </a:r>
            <a:endParaRPr lang="zh-CN" altLang="en-US" sz="1600" dirty="0">
              <a:latin typeface="Corbel" panose="020B0503020204020204" pitchFamily="34" charset="0"/>
            </a:endParaRPr>
          </a:p>
        </p:txBody>
      </p:sp>
      <p:sp>
        <p:nvSpPr>
          <p:cNvPr id="13" name="Rectangle 12">
            <a:extLst>
              <a:ext uri="{FF2B5EF4-FFF2-40B4-BE49-F238E27FC236}">
                <a16:creationId xmlns:a16="http://schemas.microsoft.com/office/drawing/2014/main" id="{458A2B8C-632C-4A5B-8F77-142548BC8187}"/>
              </a:ext>
            </a:extLst>
          </p:cNvPr>
          <p:cNvSpPr/>
          <p:nvPr/>
        </p:nvSpPr>
        <p:spPr>
          <a:xfrm>
            <a:off x="4686483" y="3215951"/>
            <a:ext cx="3708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3">
            <a:extLst>
              <a:ext uri="{FF2B5EF4-FFF2-40B4-BE49-F238E27FC236}">
                <a16:creationId xmlns:a16="http://schemas.microsoft.com/office/drawing/2014/main" id="{91CA915D-9643-5830-C77E-639265ED8205}"/>
              </a:ext>
            </a:extLst>
          </p:cNvPr>
          <p:cNvSpPr/>
          <p:nvPr/>
        </p:nvSpPr>
        <p:spPr>
          <a:xfrm>
            <a:off x="4686483" y="3660827"/>
            <a:ext cx="3708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a:extLst>
              <a:ext uri="{FF2B5EF4-FFF2-40B4-BE49-F238E27FC236}">
                <a16:creationId xmlns:a16="http://schemas.microsoft.com/office/drawing/2014/main" id="{568DEA2D-83AA-B258-43A6-32E28437EE3A}"/>
              </a:ext>
            </a:extLst>
          </p:cNvPr>
          <p:cNvSpPr txBox="1"/>
          <p:nvPr/>
        </p:nvSpPr>
        <p:spPr>
          <a:xfrm>
            <a:off x="4610283" y="4048553"/>
            <a:ext cx="1082348" cy="307777"/>
          </a:xfrm>
          <a:prstGeom prst="rect">
            <a:avLst/>
          </a:prstGeom>
          <a:noFill/>
        </p:spPr>
        <p:txBody>
          <a:bodyPr wrap="none" rtlCol="0">
            <a:spAutoFit/>
          </a:bodyPr>
          <a:lstStyle/>
          <a:p>
            <a:r>
              <a:rPr lang="en-US" altLang="zh-CN" sz="1400" dirty="0">
                <a:latin typeface="Corbel" panose="020B0503020204020204" pitchFamily="34" charset="0"/>
              </a:rPr>
              <a:t>Status:  </a:t>
            </a:r>
            <a:r>
              <a:rPr lang="en-US" altLang="zh-CN" sz="1400" b="1" dirty="0">
                <a:latin typeface="Corbel" panose="020B0503020204020204" pitchFamily="34" charset="0"/>
              </a:rPr>
              <a:t>N/A</a:t>
            </a:r>
            <a:endParaRPr lang="zh-CN" altLang="en-US" sz="1400" b="1" dirty="0">
              <a:latin typeface="Corbel" panose="020B0503020204020204" pitchFamily="34" charset="0"/>
            </a:endParaRPr>
          </a:p>
        </p:txBody>
      </p:sp>
      <p:sp>
        <p:nvSpPr>
          <p:cNvPr id="16" name="Rectangle 15">
            <a:extLst>
              <a:ext uri="{FF2B5EF4-FFF2-40B4-BE49-F238E27FC236}">
                <a16:creationId xmlns:a16="http://schemas.microsoft.com/office/drawing/2014/main" id="{2E318ABC-5FEB-C177-2C2E-F6E89FE13788}"/>
              </a:ext>
            </a:extLst>
          </p:cNvPr>
          <p:cNvSpPr/>
          <p:nvPr/>
        </p:nvSpPr>
        <p:spPr>
          <a:xfrm>
            <a:off x="7564749" y="4124753"/>
            <a:ext cx="829734"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Start</a:t>
            </a:r>
            <a:endParaRPr lang="zh-CN" altLang="en-US" sz="1600" dirty="0">
              <a:solidFill>
                <a:schemeClr val="tx1"/>
              </a:solidFill>
              <a:latin typeface="Corbel" panose="020B0503020204020204" pitchFamily="34" charset="0"/>
            </a:endParaRPr>
          </a:p>
        </p:txBody>
      </p:sp>
      <p:sp>
        <p:nvSpPr>
          <p:cNvPr id="17" name="TextBox 16">
            <a:extLst>
              <a:ext uri="{FF2B5EF4-FFF2-40B4-BE49-F238E27FC236}">
                <a16:creationId xmlns:a16="http://schemas.microsoft.com/office/drawing/2014/main" id="{19FD2CA6-34B2-079B-5028-0E6E68E8D341}"/>
              </a:ext>
            </a:extLst>
          </p:cNvPr>
          <p:cNvSpPr txBox="1"/>
          <p:nvPr/>
        </p:nvSpPr>
        <p:spPr>
          <a:xfrm>
            <a:off x="4298603" y="2441101"/>
            <a:ext cx="596638" cy="338554"/>
          </a:xfrm>
          <a:prstGeom prst="rect">
            <a:avLst/>
          </a:prstGeom>
          <a:noFill/>
        </p:spPr>
        <p:txBody>
          <a:bodyPr wrap="none" rtlCol="0">
            <a:spAutoFit/>
          </a:bodyPr>
          <a:lstStyle/>
          <a:p>
            <a:r>
              <a:rPr lang="en-US" altLang="zh-CN" sz="1600" b="1" dirty="0">
                <a:latin typeface="Corbel" panose="020B0503020204020204" pitchFamily="34" charset="0"/>
              </a:rPr>
              <a:t>Help</a:t>
            </a:r>
            <a:endParaRPr lang="zh-CN" altLang="en-US" sz="1600" b="1" dirty="0">
              <a:latin typeface="Corbel" panose="020B0503020204020204" pitchFamily="34" charset="0"/>
            </a:endParaRPr>
          </a:p>
        </p:txBody>
      </p:sp>
      <p:sp>
        <p:nvSpPr>
          <p:cNvPr id="18" name="Oval 17">
            <a:extLst>
              <a:ext uri="{FF2B5EF4-FFF2-40B4-BE49-F238E27FC236}">
                <a16:creationId xmlns:a16="http://schemas.microsoft.com/office/drawing/2014/main" id="{4AB4981D-24BC-3EE3-63FC-9E0623EDC92F}"/>
              </a:ext>
            </a:extLst>
          </p:cNvPr>
          <p:cNvSpPr/>
          <p:nvPr/>
        </p:nvSpPr>
        <p:spPr>
          <a:xfrm>
            <a:off x="8364980" y="2067589"/>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18">
            <a:extLst>
              <a:ext uri="{FF2B5EF4-FFF2-40B4-BE49-F238E27FC236}">
                <a16:creationId xmlns:a16="http://schemas.microsoft.com/office/drawing/2014/main" id="{A3073FB8-A4FD-E214-7839-8A9DEE11BF44}"/>
              </a:ext>
            </a:extLst>
          </p:cNvPr>
          <p:cNvSpPr/>
          <p:nvPr/>
        </p:nvSpPr>
        <p:spPr>
          <a:xfrm>
            <a:off x="8060180" y="2067589"/>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a:extLst>
              <a:ext uri="{FF2B5EF4-FFF2-40B4-BE49-F238E27FC236}">
                <a16:creationId xmlns:a16="http://schemas.microsoft.com/office/drawing/2014/main" id="{189EE981-8B1A-29AE-C27E-6AB498A1D9B3}"/>
              </a:ext>
            </a:extLst>
          </p:cNvPr>
          <p:cNvSpPr txBox="1"/>
          <p:nvPr/>
        </p:nvSpPr>
        <p:spPr>
          <a:xfrm>
            <a:off x="3552839" y="2004590"/>
            <a:ext cx="870751" cy="307777"/>
          </a:xfrm>
          <a:prstGeom prst="rect">
            <a:avLst/>
          </a:prstGeom>
          <a:noFill/>
        </p:spPr>
        <p:txBody>
          <a:bodyPr wrap="none" rtlCol="0">
            <a:spAutoFit/>
          </a:bodyPr>
          <a:lstStyle/>
          <a:p>
            <a:r>
              <a:rPr lang="en-US" altLang="zh-CN" sz="1400" dirty="0">
                <a:latin typeface="Corbel" panose="020B0503020204020204" pitchFamily="34" charset="0"/>
              </a:rPr>
              <a:t>Scanning</a:t>
            </a:r>
            <a:endParaRPr lang="zh-CN" altLang="en-US" sz="1400" dirty="0">
              <a:latin typeface="Corbel" panose="020B0503020204020204" pitchFamily="34" charset="0"/>
            </a:endParaRPr>
          </a:p>
        </p:txBody>
      </p:sp>
    </p:spTree>
    <p:extLst>
      <p:ext uri="{BB962C8B-B14F-4D97-AF65-F5344CB8AC3E}">
        <p14:creationId xmlns:p14="http://schemas.microsoft.com/office/powerpoint/2010/main" val="3236239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B51624-DA9D-CA1F-8F03-77F5CAA32E0E}"/>
              </a:ext>
            </a:extLst>
          </p:cNvPr>
          <p:cNvSpPr/>
          <p:nvPr/>
        </p:nvSpPr>
        <p:spPr>
          <a:xfrm>
            <a:off x="3373040" y="1069181"/>
            <a:ext cx="5445919" cy="471963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a:extLst>
              <a:ext uri="{FF2B5EF4-FFF2-40B4-BE49-F238E27FC236}">
                <a16:creationId xmlns:a16="http://schemas.microsoft.com/office/drawing/2014/main" id="{9FF45410-0E84-A832-E585-5D5678C1280C}"/>
              </a:ext>
            </a:extLst>
          </p:cNvPr>
          <p:cNvSpPr txBox="1"/>
          <p:nvPr/>
        </p:nvSpPr>
        <p:spPr>
          <a:xfrm>
            <a:off x="3676650" y="1350168"/>
            <a:ext cx="907621" cy="523220"/>
          </a:xfrm>
          <a:prstGeom prst="rect">
            <a:avLst/>
          </a:prstGeom>
          <a:noFill/>
        </p:spPr>
        <p:txBody>
          <a:bodyPr wrap="none" rtlCol="0">
            <a:spAutoFit/>
          </a:bodyPr>
          <a:lstStyle/>
          <a:p>
            <a:r>
              <a:rPr lang="en-US" altLang="zh-CN" sz="2800" b="1" dirty="0">
                <a:latin typeface="Corbel" panose="020B0503020204020204" pitchFamily="34" charset="0"/>
              </a:rPr>
              <a:t>Help</a:t>
            </a:r>
            <a:endParaRPr lang="zh-CN" altLang="en-US" sz="2800" b="1" dirty="0">
              <a:latin typeface="Corbel" panose="020B0503020204020204" pitchFamily="34" charset="0"/>
            </a:endParaRPr>
          </a:p>
        </p:txBody>
      </p:sp>
      <p:sp>
        <p:nvSpPr>
          <p:cNvPr id="4" name="TextBox 3">
            <a:extLst>
              <a:ext uri="{FF2B5EF4-FFF2-40B4-BE49-F238E27FC236}">
                <a16:creationId xmlns:a16="http://schemas.microsoft.com/office/drawing/2014/main" id="{6F0FC66B-4731-38C2-1D31-E45826C6813F}"/>
              </a:ext>
            </a:extLst>
          </p:cNvPr>
          <p:cNvSpPr txBox="1"/>
          <p:nvPr/>
        </p:nvSpPr>
        <p:spPr>
          <a:xfrm>
            <a:off x="3886200" y="2021026"/>
            <a:ext cx="4552950" cy="584775"/>
          </a:xfrm>
          <a:prstGeom prst="rect">
            <a:avLst/>
          </a:prstGeom>
          <a:noFill/>
        </p:spPr>
        <p:txBody>
          <a:bodyPr wrap="square" rtlCol="0">
            <a:spAutoFit/>
          </a:bodyPr>
          <a:lstStyle/>
          <a:p>
            <a:r>
              <a:rPr lang="en-US" altLang="zh-CN" sz="1600" dirty="0">
                <a:latin typeface="Corbel" panose="020B0503020204020204" pitchFamily="34" charset="0"/>
              </a:rPr>
              <a:t>It can only scan files to help you check whether they are virus files or not.</a:t>
            </a:r>
            <a:endParaRPr lang="zh-CN" altLang="en-US" sz="1600" dirty="0">
              <a:latin typeface="Corbel" panose="020B0503020204020204" pitchFamily="34" charset="0"/>
            </a:endParaRPr>
          </a:p>
        </p:txBody>
      </p:sp>
      <p:sp>
        <p:nvSpPr>
          <p:cNvPr id="5" name="TextBox 4">
            <a:extLst>
              <a:ext uri="{FF2B5EF4-FFF2-40B4-BE49-F238E27FC236}">
                <a16:creationId xmlns:a16="http://schemas.microsoft.com/office/drawing/2014/main" id="{809B2B3F-3C39-17A2-DF3E-0803A0A3529B}"/>
              </a:ext>
            </a:extLst>
          </p:cNvPr>
          <p:cNvSpPr txBox="1"/>
          <p:nvPr/>
        </p:nvSpPr>
        <p:spPr>
          <a:xfrm>
            <a:off x="3886200" y="2753439"/>
            <a:ext cx="1425390" cy="400110"/>
          </a:xfrm>
          <a:prstGeom prst="rect">
            <a:avLst/>
          </a:prstGeom>
          <a:noFill/>
        </p:spPr>
        <p:txBody>
          <a:bodyPr wrap="none" rtlCol="0">
            <a:spAutoFit/>
          </a:bodyPr>
          <a:lstStyle/>
          <a:p>
            <a:r>
              <a:rPr lang="en-US" altLang="zh-CN" sz="2000" b="1" dirty="0">
                <a:latin typeface="Corbel" panose="020B0503020204020204" pitchFamily="34" charset="0"/>
              </a:rPr>
              <a:t>How to use</a:t>
            </a:r>
            <a:endParaRPr lang="zh-CN" altLang="en-US" sz="2000" b="1" dirty="0">
              <a:latin typeface="Corbel" panose="020B0503020204020204" pitchFamily="34" charset="0"/>
            </a:endParaRPr>
          </a:p>
        </p:txBody>
      </p:sp>
      <p:sp>
        <p:nvSpPr>
          <p:cNvPr id="7" name="TextBox 6">
            <a:extLst>
              <a:ext uri="{FF2B5EF4-FFF2-40B4-BE49-F238E27FC236}">
                <a16:creationId xmlns:a16="http://schemas.microsoft.com/office/drawing/2014/main" id="{FC1CD9B2-7620-0E27-9523-9B15831E2DDF}"/>
              </a:ext>
            </a:extLst>
          </p:cNvPr>
          <p:cNvSpPr txBox="1"/>
          <p:nvPr/>
        </p:nvSpPr>
        <p:spPr>
          <a:xfrm>
            <a:off x="3886200" y="3301187"/>
            <a:ext cx="4552950" cy="830997"/>
          </a:xfrm>
          <a:prstGeom prst="rect">
            <a:avLst/>
          </a:prstGeom>
          <a:noFill/>
        </p:spPr>
        <p:txBody>
          <a:bodyPr wrap="square" rtlCol="0">
            <a:spAutoFit/>
          </a:bodyPr>
          <a:lstStyle/>
          <a:p>
            <a:r>
              <a:rPr lang="en-US" altLang="zh-CN" sz="1600" dirty="0">
                <a:latin typeface="Corbel" panose="020B0503020204020204" pitchFamily="34" charset="0"/>
              </a:rPr>
              <a:t>1. Find the “</a:t>
            </a:r>
            <a:r>
              <a:rPr lang="en-US" altLang="zh-CN" sz="1600" b="1" dirty="0">
                <a:latin typeface="Corbel" panose="020B0503020204020204" pitchFamily="34" charset="0"/>
              </a:rPr>
              <a:t>File</a:t>
            </a:r>
            <a:r>
              <a:rPr lang="en-US" altLang="zh-CN" sz="1600" dirty="0">
                <a:latin typeface="Corbel" panose="020B0503020204020204" pitchFamily="34" charset="0"/>
              </a:rPr>
              <a:t>” tab on the top left directory bar, click on it and select “</a:t>
            </a:r>
            <a:r>
              <a:rPr lang="en-US" altLang="zh-CN" sz="1600" b="1" dirty="0">
                <a:latin typeface="Corbel" panose="020B0503020204020204" pitchFamily="34" charset="0"/>
              </a:rPr>
              <a:t>Browser</a:t>
            </a:r>
            <a:r>
              <a:rPr lang="en-US" altLang="zh-CN" sz="1600" dirty="0">
                <a:latin typeface="Corbel" panose="020B0503020204020204" pitchFamily="34" charset="0"/>
              </a:rPr>
              <a:t>”</a:t>
            </a:r>
          </a:p>
          <a:p>
            <a:r>
              <a:rPr lang="en-US" altLang="zh-CN" sz="1600" dirty="0">
                <a:latin typeface="Corbel" panose="020B0503020204020204" pitchFamily="34" charset="0"/>
              </a:rPr>
              <a:t>2. In File Explorer, select the file you want to scan</a:t>
            </a:r>
            <a:endParaRPr lang="zh-CN" altLang="en-US" sz="1600" dirty="0">
              <a:latin typeface="Corbel" panose="020B0503020204020204" pitchFamily="34" charset="0"/>
            </a:endParaRPr>
          </a:p>
        </p:txBody>
      </p:sp>
      <p:sp>
        <p:nvSpPr>
          <p:cNvPr id="8" name="Rectangle 7">
            <a:extLst>
              <a:ext uri="{FF2B5EF4-FFF2-40B4-BE49-F238E27FC236}">
                <a16:creationId xmlns:a16="http://schemas.microsoft.com/office/drawing/2014/main" id="{780DC662-066E-0AB4-37C6-A34CB877B150}"/>
              </a:ext>
            </a:extLst>
          </p:cNvPr>
          <p:cNvSpPr/>
          <p:nvPr/>
        </p:nvSpPr>
        <p:spPr>
          <a:xfrm>
            <a:off x="7609416" y="5058488"/>
            <a:ext cx="829734"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OK</a:t>
            </a:r>
            <a:endParaRPr lang="zh-CN" altLang="en-US" sz="1600" dirty="0">
              <a:solidFill>
                <a:schemeClr val="tx1"/>
              </a:solidFill>
              <a:latin typeface="Corbel" panose="020B0503020204020204" pitchFamily="34" charset="0"/>
            </a:endParaRPr>
          </a:p>
        </p:txBody>
      </p:sp>
    </p:spTree>
    <p:extLst>
      <p:ext uri="{BB962C8B-B14F-4D97-AF65-F5344CB8AC3E}">
        <p14:creationId xmlns:p14="http://schemas.microsoft.com/office/powerpoint/2010/main" val="2046526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B51624-DA9D-CA1F-8F03-77F5CAA32E0E}"/>
              </a:ext>
            </a:extLst>
          </p:cNvPr>
          <p:cNvSpPr/>
          <p:nvPr/>
        </p:nvSpPr>
        <p:spPr>
          <a:xfrm>
            <a:off x="2666999" y="876300"/>
            <a:ext cx="6858002" cy="5105400"/>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FAE881C4-E700-78D3-7D33-9409F1F8F163}"/>
              </a:ext>
            </a:extLst>
          </p:cNvPr>
          <p:cNvSpPr/>
          <p:nvPr/>
        </p:nvSpPr>
        <p:spPr>
          <a:xfrm>
            <a:off x="2676524" y="885825"/>
            <a:ext cx="68508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Oval 12">
            <a:extLst>
              <a:ext uri="{FF2B5EF4-FFF2-40B4-BE49-F238E27FC236}">
                <a16:creationId xmlns:a16="http://schemas.microsoft.com/office/drawing/2014/main" id="{BF47A327-835D-0739-27AB-86AA79202FA9}"/>
              </a:ext>
            </a:extLst>
          </p:cNvPr>
          <p:cNvSpPr/>
          <p:nvPr/>
        </p:nvSpPr>
        <p:spPr>
          <a:xfrm>
            <a:off x="9193655" y="10037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val 13">
            <a:extLst>
              <a:ext uri="{FF2B5EF4-FFF2-40B4-BE49-F238E27FC236}">
                <a16:creationId xmlns:a16="http://schemas.microsoft.com/office/drawing/2014/main" id="{9125753C-1FFA-1509-1FE8-8D28A1B726A5}"/>
              </a:ext>
            </a:extLst>
          </p:cNvPr>
          <p:cNvSpPr/>
          <p:nvPr/>
        </p:nvSpPr>
        <p:spPr>
          <a:xfrm>
            <a:off x="8888855" y="10037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Oval 14">
            <a:extLst>
              <a:ext uri="{FF2B5EF4-FFF2-40B4-BE49-F238E27FC236}">
                <a16:creationId xmlns:a16="http://schemas.microsoft.com/office/drawing/2014/main" id="{00F2F989-1984-2213-CE33-045DF5AA3CE6}"/>
              </a:ext>
            </a:extLst>
          </p:cNvPr>
          <p:cNvSpPr/>
          <p:nvPr/>
        </p:nvSpPr>
        <p:spPr>
          <a:xfrm>
            <a:off x="8584055" y="10037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a:extLst>
              <a:ext uri="{FF2B5EF4-FFF2-40B4-BE49-F238E27FC236}">
                <a16:creationId xmlns:a16="http://schemas.microsoft.com/office/drawing/2014/main" id="{C1404888-08CB-6A1E-971E-8DF8034ABE62}"/>
              </a:ext>
            </a:extLst>
          </p:cNvPr>
          <p:cNvSpPr txBox="1"/>
          <p:nvPr/>
        </p:nvSpPr>
        <p:spPr>
          <a:xfrm>
            <a:off x="2867770" y="937270"/>
            <a:ext cx="937885" cy="307777"/>
          </a:xfrm>
          <a:prstGeom prst="rect">
            <a:avLst/>
          </a:prstGeom>
          <a:noFill/>
        </p:spPr>
        <p:txBody>
          <a:bodyPr wrap="none" rtlCol="0">
            <a:spAutoFit/>
          </a:bodyPr>
          <a:lstStyle/>
          <a:p>
            <a:r>
              <a:rPr lang="en-US" altLang="zh-CN" sz="1400" dirty="0">
                <a:latin typeface="Corbel" panose="020B0503020204020204" pitchFamily="34" charset="0"/>
              </a:rPr>
              <a:t>VirusTotal</a:t>
            </a:r>
            <a:endParaRPr lang="zh-CN" altLang="en-US" sz="1400" dirty="0">
              <a:latin typeface="Corbel" panose="020B0503020204020204" pitchFamily="34" charset="0"/>
            </a:endParaRPr>
          </a:p>
        </p:txBody>
      </p:sp>
      <p:sp>
        <p:nvSpPr>
          <p:cNvPr id="17" name="TextBox 16">
            <a:extLst>
              <a:ext uri="{FF2B5EF4-FFF2-40B4-BE49-F238E27FC236}">
                <a16:creationId xmlns:a16="http://schemas.microsoft.com/office/drawing/2014/main" id="{EE06A1F9-8A25-2152-6F54-B623178FCB11}"/>
              </a:ext>
            </a:extLst>
          </p:cNvPr>
          <p:cNvSpPr txBox="1"/>
          <p:nvPr/>
        </p:nvSpPr>
        <p:spPr>
          <a:xfrm>
            <a:off x="4950494" y="3244334"/>
            <a:ext cx="2291012" cy="369332"/>
          </a:xfrm>
          <a:prstGeom prst="rect">
            <a:avLst/>
          </a:prstGeom>
          <a:noFill/>
        </p:spPr>
        <p:txBody>
          <a:bodyPr wrap="none" rtlCol="0">
            <a:spAutoFit/>
          </a:bodyPr>
          <a:lstStyle/>
          <a:p>
            <a:r>
              <a:rPr lang="en-US" altLang="zh-CN" dirty="0"/>
              <a:t>VirusTotal Webpages</a:t>
            </a:r>
          </a:p>
        </p:txBody>
      </p:sp>
    </p:spTree>
    <p:extLst>
      <p:ext uri="{BB962C8B-B14F-4D97-AF65-F5344CB8AC3E}">
        <p14:creationId xmlns:p14="http://schemas.microsoft.com/office/powerpoint/2010/main" val="4235636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9" name="TextBox 8">
            <a:extLst>
              <a:ext uri="{FF2B5EF4-FFF2-40B4-BE49-F238E27FC236}">
                <a16:creationId xmlns:a16="http://schemas.microsoft.com/office/drawing/2014/main" id="{977B2CFA-BE70-2C30-CDCF-0EF65C2D3258}"/>
              </a:ext>
            </a:extLst>
          </p:cNvPr>
          <p:cNvSpPr txBox="1"/>
          <p:nvPr/>
        </p:nvSpPr>
        <p:spPr>
          <a:xfrm>
            <a:off x="2417236" y="3203981"/>
            <a:ext cx="7950197" cy="1993110"/>
          </a:xfrm>
          <a:prstGeom prst="rect">
            <a:avLst/>
          </a:prstGeom>
          <a:noFill/>
        </p:spPr>
        <p:txBody>
          <a:bodyPr wrap="square" rtlCol="0">
            <a:spAutoFit/>
          </a:bodyPr>
          <a:lstStyle/>
          <a:p>
            <a:pPr>
              <a:lnSpc>
                <a:spcPct val="200000"/>
              </a:lnSpc>
            </a:pPr>
            <a:r>
              <a:rPr lang="en-US" altLang="zh-CN" sz="1600" dirty="0">
                <a:latin typeface="Corbel" panose="020B0503020204020204" pitchFamily="34" charset="0"/>
              </a:rPr>
              <a:t>VPN is a kind of technology used to establish a secure encrypted connection network. It can hide the real IP address, to protect the user's privacy and services. This leads to a lower hackers or other malicious attackers steal the user's sensitive information. You can click “</a:t>
            </a:r>
            <a:r>
              <a:rPr lang="en-US" altLang="zh-CN" sz="1600" b="1" dirty="0">
                <a:latin typeface="Corbel" panose="020B0503020204020204" pitchFamily="34" charset="0"/>
              </a:rPr>
              <a:t>Start</a:t>
            </a:r>
            <a:r>
              <a:rPr lang="en-US" altLang="zh-CN" sz="1600" dirty="0">
                <a:latin typeface="Corbel" panose="020B0503020204020204" pitchFamily="34" charset="0"/>
              </a:rPr>
              <a:t>” to experience.</a:t>
            </a:r>
            <a:endParaRPr lang="zh-CN" altLang="en-US" sz="1600" dirty="0">
              <a:latin typeface="Corbel" panose="020B0503020204020204" pitchFamily="34" charset="0"/>
            </a:endParaRPr>
          </a:p>
        </p:txBody>
      </p:sp>
      <p:sp>
        <p:nvSpPr>
          <p:cNvPr id="11" name="TextBox 10">
            <a:extLst>
              <a:ext uri="{FF2B5EF4-FFF2-40B4-BE49-F238E27FC236}">
                <a16:creationId xmlns:a16="http://schemas.microsoft.com/office/drawing/2014/main" id="{6B977967-4515-BFC7-C2C7-291AA6E40F13}"/>
              </a:ext>
            </a:extLst>
          </p:cNvPr>
          <p:cNvSpPr txBox="1"/>
          <p:nvPr/>
        </p:nvSpPr>
        <p:spPr>
          <a:xfrm>
            <a:off x="2417236" y="1917399"/>
            <a:ext cx="891591" cy="523220"/>
          </a:xfrm>
          <a:prstGeom prst="rect">
            <a:avLst/>
          </a:prstGeom>
          <a:noFill/>
        </p:spPr>
        <p:txBody>
          <a:bodyPr wrap="none" rtlCol="0">
            <a:spAutoFit/>
          </a:bodyPr>
          <a:lstStyle/>
          <a:p>
            <a:r>
              <a:rPr lang="en-US" altLang="zh-CN" sz="2800" b="1" dirty="0">
                <a:latin typeface="Corbel" panose="020B0503020204020204" pitchFamily="34" charset="0"/>
              </a:rPr>
              <a:t>VPN</a:t>
            </a:r>
            <a:endParaRPr lang="zh-CN" altLang="en-US" sz="2800" b="1" dirty="0">
              <a:latin typeface="Corbel" panose="020B0503020204020204" pitchFamily="34" charset="0"/>
            </a:endParaRPr>
          </a:p>
        </p:txBody>
      </p:sp>
      <p:sp>
        <p:nvSpPr>
          <p:cNvPr id="12" name="Rectangle 11">
            <a:extLst>
              <a:ext uri="{FF2B5EF4-FFF2-40B4-BE49-F238E27FC236}">
                <a16:creationId xmlns:a16="http://schemas.microsoft.com/office/drawing/2014/main" id="{6EF98B7A-4318-8DF6-B382-4E56D43433C5}"/>
              </a:ext>
            </a:extLst>
          </p:cNvPr>
          <p:cNvSpPr/>
          <p:nvPr/>
        </p:nvSpPr>
        <p:spPr>
          <a:xfrm>
            <a:off x="8936566" y="2000463"/>
            <a:ext cx="1058333" cy="406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Corbel" panose="020B0503020204020204" pitchFamily="34" charset="0"/>
              </a:rPr>
              <a:t>Start</a:t>
            </a:r>
            <a:endParaRPr lang="zh-CN" altLang="en-US" sz="2000" b="1" dirty="0">
              <a:solidFill>
                <a:schemeClr val="bg1"/>
              </a:solidFill>
              <a:latin typeface="Corbel" panose="020B0503020204020204" pitchFamily="34" charset="0"/>
            </a:endParaRPr>
          </a:p>
        </p:txBody>
      </p:sp>
      <p:sp>
        <p:nvSpPr>
          <p:cNvPr id="37" name="Rectangle 36">
            <a:extLst>
              <a:ext uri="{FF2B5EF4-FFF2-40B4-BE49-F238E27FC236}">
                <a16:creationId xmlns:a16="http://schemas.microsoft.com/office/drawing/2014/main" id="{7104F93E-F890-4038-F977-1EEC3D38E890}"/>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Picture 37">
            <a:extLst>
              <a:ext uri="{FF2B5EF4-FFF2-40B4-BE49-F238E27FC236}">
                <a16:creationId xmlns:a16="http://schemas.microsoft.com/office/drawing/2014/main" id="{B4AB4B1F-CDB5-7859-C805-EB11BBAC7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39" name="Picture 38">
            <a:extLst>
              <a:ext uri="{FF2B5EF4-FFF2-40B4-BE49-F238E27FC236}">
                <a16:creationId xmlns:a16="http://schemas.microsoft.com/office/drawing/2014/main" id="{EF71155F-AF5C-CFD7-F4E7-48504CF24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40" name="Rectangle 39">
            <a:extLst>
              <a:ext uri="{FF2B5EF4-FFF2-40B4-BE49-F238E27FC236}">
                <a16:creationId xmlns:a16="http://schemas.microsoft.com/office/drawing/2014/main" id="{939AF376-7CD6-EA7B-89F8-A3C12BB01294}"/>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40">
            <a:extLst>
              <a:ext uri="{FF2B5EF4-FFF2-40B4-BE49-F238E27FC236}">
                <a16:creationId xmlns:a16="http://schemas.microsoft.com/office/drawing/2014/main" id="{D4599414-8075-20A5-FD6F-7360D2C568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42" name="Picture 41">
            <a:extLst>
              <a:ext uri="{FF2B5EF4-FFF2-40B4-BE49-F238E27FC236}">
                <a16:creationId xmlns:a16="http://schemas.microsoft.com/office/drawing/2014/main" id="{9EDC2CE6-7A97-04E4-9262-34A928A6B0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43" name="Picture 42">
            <a:extLst>
              <a:ext uri="{FF2B5EF4-FFF2-40B4-BE49-F238E27FC236}">
                <a16:creationId xmlns:a16="http://schemas.microsoft.com/office/drawing/2014/main" id="{7B9DACEC-C317-7AF6-D247-D6DB0CF435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4" name="Rectangle 43">
            <a:extLst>
              <a:ext uri="{FF2B5EF4-FFF2-40B4-BE49-F238E27FC236}">
                <a16:creationId xmlns:a16="http://schemas.microsoft.com/office/drawing/2014/main" id="{BFA4DEB8-67E9-EF6E-DD0A-9B2E1407D0EE}"/>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Picture 44">
            <a:extLst>
              <a:ext uri="{FF2B5EF4-FFF2-40B4-BE49-F238E27FC236}">
                <a16:creationId xmlns:a16="http://schemas.microsoft.com/office/drawing/2014/main" id="{0C95EF44-19A6-057A-CBE5-D7A2B1EF528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46" name="Picture 45">
            <a:extLst>
              <a:ext uri="{FF2B5EF4-FFF2-40B4-BE49-F238E27FC236}">
                <a16:creationId xmlns:a16="http://schemas.microsoft.com/office/drawing/2014/main" id="{F60B3717-ABDB-3206-9568-F6B438058DB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47" name="Picture 46">
            <a:extLst>
              <a:ext uri="{FF2B5EF4-FFF2-40B4-BE49-F238E27FC236}">
                <a16:creationId xmlns:a16="http://schemas.microsoft.com/office/drawing/2014/main" id="{31D5E06B-7782-ED78-A842-9D8357F937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48" name="Picture 47">
            <a:extLst>
              <a:ext uri="{FF2B5EF4-FFF2-40B4-BE49-F238E27FC236}">
                <a16:creationId xmlns:a16="http://schemas.microsoft.com/office/drawing/2014/main" id="{13ADCAA4-2865-4205-C5FE-9F962BE247F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49" name="Rectangle 48">
            <a:extLst>
              <a:ext uri="{FF2B5EF4-FFF2-40B4-BE49-F238E27FC236}">
                <a16:creationId xmlns:a16="http://schemas.microsoft.com/office/drawing/2014/main" id="{B8777894-6513-3743-625A-4B195F91BA73}"/>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Picture 49">
            <a:extLst>
              <a:ext uri="{FF2B5EF4-FFF2-40B4-BE49-F238E27FC236}">
                <a16:creationId xmlns:a16="http://schemas.microsoft.com/office/drawing/2014/main" id="{8AA37023-8AED-7E4D-D3BB-901788F8B3A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51" name="Picture 50">
            <a:extLst>
              <a:ext uri="{FF2B5EF4-FFF2-40B4-BE49-F238E27FC236}">
                <a16:creationId xmlns:a16="http://schemas.microsoft.com/office/drawing/2014/main" id="{CD1F513D-8E92-3139-401E-7E5C3CEEBAEF}"/>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2044016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54FDFAA-E292-FFC0-2B26-38ECEE186C29}"/>
              </a:ext>
            </a:extLst>
          </p:cNvPr>
          <p:cNvSpPr/>
          <p:nvPr/>
        </p:nvSpPr>
        <p:spPr>
          <a:xfrm>
            <a:off x="3462867" y="1041816"/>
            <a:ext cx="5266266" cy="48324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Box 10">
            <a:extLst>
              <a:ext uri="{FF2B5EF4-FFF2-40B4-BE49-F238E27FC236}">
                <a16:creationId xmlns:a16="http://schemas.microsoft.com/office/drawing/2014/main" id="{A2819800-2D33-EEDD-2E43-3D10CAD46F2D}"/>
              </a:ext>
            </a:extLst>
          </p:cNvPr>
          <p:cNvSpPr txBox="1"/>
          <p:nvPr/>
        </p:nvSpPr>
        <p:spPr>
          <a:xfrm>
            <a:off x="3671880" y="3497361"/>
            <a:ext cx="583814" cy="338554"/>
          </a:xfrm>
          <a:prstGeom prst="rect">
            <a:avLst/>
          </a:prstGeom>
          <a:noFill/>
        </p:spPr>
        <p:txBody>
          <a:bodyPr wrap="none" rtlCol="0">
            <a:spAutoFit/>
          </a:bodyPr>
          <a:lstStyle/>
          <a:p>
            <a:r>
              <a:rPr lang="en-US" altLang="zh-CN" sz="1600" dirty="0">
                <a:latin typeface="Corbel" panose="020B0503020204020204" pitchFamily="34" charset="0"/>
              </a:rPr>
              <a:t>Host</a:t>
            </a:r>
            <a:endParaRPr lang="zh-CN" altLang="en-US" sz="1600" dirty="0">
              <a:latin typeface="Corbel" panose="020B0503020204020204" pitchFamily="34" charset="0"/>
            </a:endParaRPr>
          </a:p>
        </p:txBody>
      </p:sp>
      <p:sp>
        <p:nvSpPr>
          <p:cNvPr id="12" name="TextBox 11">
            <a:extLst>
              <a:ext uri="{FF2B5EF4-FFF2-40B4-BE49-F238E27FC236}">
                <a16:creationId xmlns:a16="http://schemas.microsoft.com/office/drawing/2014/main" id="{AA037B38-C2C7-41C2-D972-05F5C00142E5}"/>
              </a:ext>
            </a:extLst>
          </p:cNvPr>
          <p:cNvSpPr txBox="1"/>
          <p:nvPr/>
        </p:nvSpPr>
        <p:spPr>
          <a:xfrm>
            <a:off x="3671880" y="4008912"/>
            <a:ext cx="1059906" cy="338554"/>
          </a:xfrm>
          <a:prstGeom prst="rect">
            <a:avLst/>
          </a:prstGeom>
          <a:noFill/>
        </p:spPr>
        <p:txBody>
          <a:bodyPr wrap="none" rtlCol="0">
            <a:spAutoFit/>
          </a:bodyPr>
          <a:lstStyle/>
          <a:p>
            <a:r>
              <a:rPr lang="en-US" altLang="zh-CN" sz="1600" dirty="0">
                <a:latin typeface="Corbel" panose="020B0503020204020204" pitchFamily="34" charset="0"/>
              </a:rPr>
              <a:t>Username</a:t>
            </a:r>
            <a:endParaRPr lang="zh-CN" altLang="en-US" sz="1600" dirty="0">
              <a:latin typeface="Corbel" panose="020B0503020204020204" pitchFamily="34" charset="0"/>
            </a:endParaRPr>
          </a:p>
        </p:txBody>
      </p:sp>
      <p:sp>
        <p:nvSpPr>
          <p:cNvPr id="13" name="Rectangle 12">
            <a:extLst>
              <a:ext uri="{FF2B5EF4-FFF2-40B4-BE49-F238E27FC236}">
                <a16:creationId xmlns:a16="http://schemas.microsoft.com/office/drawing/2014/main" id="{E40B38F7-0065-AB6D-FBE8-D86FC4394C03}"/>
              </a:ext>
            </a:extLst>
          </p:cNvPr>
          <p:cNvSpPr/>
          <p:nvPr/>
        </p:nvSpPr>
        <p:spPr>
          <a:xfrm>
            <a:off x="5105583" y="3537142"/>
            <a:ext cx="3312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3">
            <a:extLst>
              <a:ext uri="{FF2B5EF4-FFF2-40B4-BE49-F238E27FC236}">
                <a16:creationId xmlns:a16="http://schemas.microsoft.com/office/drawing/2014/main" id="{54814404-BCCF-5453-FDAB-E77A8B281D03}"/>
              </a:ext>
            </a:extLst>
          </p:cNvPr>
          <p:cNvSpPr/>
          <p:nvPr/>
        </p:nvSpPr>
        <p:spPr>
          <a:xfrm>
            <a:off x="5105583" y="4048693"/>
            <a:ext cx="3312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5">
            <a:extLst>
              <a:ext uri="{FF2B5EF4-FFF2-40B4-BE49-F238E27FC236}">
                <a16:creationId xmlns:a16="http://schemas.microsoft.com/office/drawing/2014/main" id="{82B02CF2-69CE-D356-4BA3-B5DE6725B6E3}"/>
              </a:ext>
            </a:extLst>
          </p:cNvPr>
          <p:cNvSpPr/>
          <p:nvPr/>
        </p:nvSpPr>
        <p:spPr>
          <a:xfrm>
            <a:off x="4731786" y="5326390"/>
            <a:ext cx="1188000"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Connect</a:t>
            </a:r>
            <a:endParaRPr lang="zh-CN" altLang="en-US" sz="1600" dirty="0">
              <a:solidFill>
                <a:schemeClr val="tx1"/>
              </a:solidFill>
              <a:latin typeface="Corbel" panose="020B0503020204020204" pitchFamily="34" charset="0"/>
            </a:endParaRPr>
          </a:p>
        </p:txBody>
      </p:sp>
      <p:sp>
        <p:nvSpPr>
          <p:cNvPr id="18" name="Oval 17">
            <a:extLst>
              <a:ext uri="{FF2B5EF4-FFF2-40B4-BE49-F238E27FC236}">
                <a16:creationId xmlns:a16="http://schemas.microsoft.com/office/drawing/2014/main" id="{C62734CC-70B2-C1C6-4DC3-8432B9258B85}"/>
              </a:ext>
            </a:extLst>
          </p:cNvPr>
          <p:cNvSpPr/>
          <p:nvPr/>
        </p:nvSpPr>
        <p:spPr>
          <a:xfrm>
            <a:off x="8345279" y="1185374"/>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18">
            <a:extLst>
              <a:ext uri="{FF2B5EF4-FFF2-40B4-BE49-F238E27FC236}">
                <a16:creationId xmlns:a16="http://schemas.microsoft.com/office/drawing/2014/main" id="{C95780CD-44E6-C4C2-51EB-1240B1032B9D}"/>
              </a:ext>
            </a:extLst>
          </p:cNvPr>
          <p:cNvSpPr/>
          <p:nvPr/>
        </p:nvSpPr>
        <p:spPr>
          <a:xfrm>
            <a:off x="8040479" y="1185374"/>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a:extLst>
              <a:ext uri="{FF2B5EF4-FFF2-40B4-BE49-F238E27FC236}">
                <a16:creationId xmlns:a16="http://schemas.microsoft.com/office/drawing/2014/main" id="{804507A5-0787-75A3-49FC-1A2430F14145}"/>
              </a:ext>
            </a:extLst>
          </p:cNvPr>
          <p:cNvSpPr txBox="1"/>
          <p:nvPr/>
        </p:nvSpPr>
        <p:spPr>
          <a:xfrm>
            <a:off x="3533138" y="1122375"/>
            <a:ext cx="521297" cy="307777"/>
          </a:xfrm>
          <a:prstGeom prst="rect">
            <a:avLst/>
          </a:prstGeom>
          <a:noFill/>
        </p:spPr>
        <p:txBody>
          <a:bodyPr wrap="none" rtlCol="0">
            <a:spAutoFit/>
          </a:bodyPr>
          <a:lstStyle/>
          <a:p>
            <a:r>
              <a:rPr lang="en-US" altLang="zh-CN" sz="1400" dirty="0">
                <a:latin typeface="Corbel" panose="020B0503020204020204" pitchFamily="34" charset="0"/>
              </a:rPr>
              <a:t>VPN</a:t>
            </a:r>
            <a:endParaRPr lang="zh-CN" altLang="en-US" sz="1400" dirty="0">
              <a:latin typeface="Corbel" panose="020B0503020204020204" pitchFamily="34" charset="0"/>
            </a:endParaRPr>
          </a:p>
        </p:txBody>
      </p:sp>
      <p:sp>
        <p:nvSpPr>
          <p:cNvPr id="21" name="TextBox 20">
            <a:extLst>
              <a:ext uri="{FF2B5EF4-FFF2-40B4-BE49-F238E27FC236}">
                <a16:creationId xmlns:a16="http://schemas.microsoft.com/office/drawing/2014/main" id="{6430B6B7-EB61-5571-C9A2-68907E81F47C}"/>
              </a:ext>
            </a:extLst>
          </p:cNvPr>
          <p:cNvSpPr txBox="1"/>
          <p:nvPr/>
        </p:nvSpPr>
        <p:spPr>
          <a:xfrm>
            <a:off x="3671880" y="4520463"/>
            <a:ext cx="1003801" cy="338554"/>
          </a:xfrm>
          <a:prstGeom prst="rect">
            <a:avLst/>
          </a:prstGeom>
          <a:noFill/>
        </p:spPr>
        <p:txBody>
          <a:bodyPr wrap="none" rtlCol="0">
            <a:spAutoFit/>
          </a:bodyPr>
          <a:lstStyle/>
          <a:p>
            <a:r>
              <a:rPr lang="en-US" altLang="zh-CN" sz="1600" dirty="0">
                <a:latin typeface="Corbel" panose="020B0503020204020204" pitchFamily="34" charset="0"/>
              </a:rPr>
              <a:t>Password</a:t>
            </a:r>
            <a:endParaRPr lang="zh-CN" altLang="en-US" sz="1600" dirty="0">
              <a:latin typeface="Corbel" panose="020B0503020204020204" pitchFamily="34" charset="0"/>
            </a:endParaRPr>
          </a:p>
        </p:txBody>
      </p:sp>
      <p:sp>
        <p:nvSpPr>
          <p:cNvPr id="22" name="Rectangle 21">
            <a:extLst>
              <a:ext uri="{FF2B5EF4-FFF2-40B4-BE49-F238E27FC236}">
                <a16:creationId xmlns:a16="http://schemas.microsoft.com/office/drawing/2014/main" id="{35C9601A-C440-6167-A521-D95003C5B6E3}"/>
              </a:ext>
            </a:extLst>
          </p:cNvPr>
          <p:cNvSpPr/>
          <p:nvPr/>
        </p:nvSpPr>
        <p:spPr>
          <a:xfrm>
            <a:off x="5105583" y="4560244"/>
            <a:ext cx="3312000" cy="258992"/>
          </a:xfrm>
          <a:prstGeom prst="rect">
            <a:avLst/>
          </a:prstGeom>
          <a:solidFill>
            <a:schemeClr val="bg2"/>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ctangle 22">
            <a:extLst>
              <a:ext uri="{FF2B5EF4-FFF2-40B4-BE49-F238E27FC236}">
                <a16:creationId xmlns:a16="http://schemas.microsoft.com/office/drawing/2014/main" id="{9F1B1F53-CFA4-169D-FB01-B6D817F9AF44}"/>
              </a:ext>
            </a:extLst>
          </p:cNvPr>
          <p:cNvSpPr/>
          <p:nvPr/>
        </p:nvSpPr>
        <p:spPr>
          <a:xfrm>
            <a:off x="6332342" y="5326390"/>
            <a:ext cx="1188000"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Disconnect</a:t>
            </a:r>
            <a:endParaRPr lang="zh-CN" altLang="en-US" sz="1600" dirty="0">
              <a:solidFill>
                <a:schemeClr val="tx1"/>
              </a:solidFill>
              <a:latin typeface="Corbel" panose="020B0503020204020204" pitchFamily="34" charset="0"/>
            </a:endParaRPr>
          </a:p>
        </p:txBody>
      </p:sp>
      <p:sp>
        <p:nvSpPr>
          <p:cNvPr id="2" name="TextBox 1">
            <a:extLst>
              <a:ext uri="{FF2B5EF4-FFF2-40B4-BE49-F238E27FC236}">
                <a16:creationId xmlns:a16="http://schemas.microsoft.com/office/drawing/2014/main" id="{BB5223D4-299F-D98E-FE3A-E0A7B79D6E95}"/>
              </a:ext>
            </a:extLst>
          </p:cNvPr>
          <p:cNvSpPr txBox="1"/>
          <p:nvPr/>
        </p:nvSpPr>
        <p:spPr>
          <a:xfrm>
            <a:off x="4064078" y="1648481"/>
            <a:ext cx="4063844" cy="1600438"/>
          </a:xfrm>
          <a:prstGeom prst="rect">
            <a:avLst/>
          </a:prstGeom>
          <a:noFill/>
        </p:spPr>
        <p:txBody>
          <a:bodyPr wrap="square" rtlCol="0">
            <a:spAutoFit/>
          </a:bodyPr>
          <a:lstStyle/>
          <a:p>
            <a:r>
              <a:rPr lang="en-US" altLang="zh-CN" sz="1400" dirty="0">
                <a:latin typeface="Corbel" panose="020B0503020204020204" pitchFamily="34" charset="0"/>
              </a:rPr>
              <a:t>The following username and password can be tested</a:t>
            </a:r>
          </a:p>
          <a:p>
            <a:r>
              <a:rPr lang="en-US" altLang="zh-CN" sz="1400" b="1" dirty="0">
                <a:latin typeface="Corbel" panose="020B0503020204020204" pitchFamily="34" charset="0"/>
              </a:rPr>
              <a:t>host:</a:t>
            </a:r>
          </a:p>
          <a:p>
            <a:endParaRPr lang="en-US" altLang="zh-CN" sz="1400" b="1" dirty="0">
              <a:latin typeface="Corbel" panose="020B0503020204020204" pitchFamily="34" charset="0"/>
            </a:endParaRPr>
          </a:p>
          <a:p>
            <a:r>
              <a:rPr lang="en-US" altLang="zh-CN" sz="1400" b="1" dirty="0">
                <a:latin typeface="Corbel" panose="020B0503020204020204" pitchFamily="34" charset="0"/>
              </a:rPr>
              <a:t>username:</a:t>
            </a:r>
          </a:p>
          <a:p>
            <a:r>
              <a:rPr lang="en-US" altLang="zh-CN" sz="1400" dirty="0">
                <a:latin typeface="Corbel" panose="020B0503020204020204" pitchFamily="34" charset="0"/>
              </a:rPr>
              <a:t>example</a:t>
            </a:r>
          </a:p>
          <a:p>
            <a:r>
              <a:rPr lang="en-US" altLang="zh-CN" sz="1400" b="1" dirty="0">
                <a:latin typeface="Corbel" panose="020B0503020204020204" pitchFamily="34" charset="0"/>
              </a:rPr>
              <a:t>password:</a:t>
            </a:r>
          </a:p>
          <a:p>
            <a:r>
              <a:rPr lang="en-US" altLang="zh-CN" sz="1400" dirty="0">
                <a:latin typeface="Corbel" panose="020B0503020204020204" pitchFamily="34" charset="0"/>
              </a:rPr>
              <a:t>123456</a:t>
            </a:r>
          </a:p>
        </p:txBody>
      </p:sp>
      <p:sp>
        <p:nvSpPr>
          <p:cNvPr id="4" name="Rectangle 3">
            <a:extLst>
              <a:ext uri="{FF2B5EF4-FFF2-40B4-BE49-F238E27FC236}">
                <a16:creationId xmlns:a16="http://schemas.microsoft.com/office/drawing/2014/main" id="{2EC211B1-4C16-F7DA-E673-0E0157A36B6B}"/>
              </a:ext>
            </a:extLst>
          </p:cNvPr>
          <p:cNvSpPr/>
          <p:nvPr/>
        </p:nvSpPr>
        <p:spPr>
          <a:xfrm>
            <a:off x="4161079" y="2139650"/>
            <a:ext cx="2103195" cy="206034"/>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chemeClr val="tx1"/>
                </a:solidFill>
                <a:latin typeface="Corbel" panose="020B0503020204020204" pitchFamily="34" charset="0"/>
              </a:rPr>
              <a:t>hostname</a:t>
            </a:r>
            <a:endParaRPr lang="zh-CN" altLang="en-US" sz="1100" dirty="0">
              <a:solidFill>
                <a:schemeClr val="tx1"/>
              </a:solidFill>
              <a:latin typeface="Corbel" panose="020B0503020204020204" pitchFamily="34" charset="0"/>
            </a:endParaRPr>
          </a:p>
        </p:txBody>
      </p:sp>
      <p:sp>
        <p:nvSpPr>
          <p:cNvPr id="5" name="Rectangle 4">
            <a:extLst>
              <a:ext uri="{FF2B5EF4-FFF2-40B4-BE49-F238E27FC236}">
                <a16:creationId xmlns:a16="http://schemas.microsoft.com/office/drawing/2014/main" id="{42E3F87B-74C4-93A3-0DBC-80F8C32A0A5A}"/>
              </a:ext>
            </a:extLst>
          </p:cNvPr>
          <p:cNvSpPr/>
          <p:nvPr/>
        </p:nvSpPr>
        <p:spPr>
          <a:xfrm rot="16200000">
            <a:off x="6059074" y="2139650"/>
            <a:ext cx="205200" cy="206034"/>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Corbel" panose="020B0503020204020204" pitchFamily="34" charset="0"/>
              </a:rPr>
              <a:t>&lt;</a:t>
            </a:r>
            <a:endParaRPr lang="zh-CN" altLang="en-US" sz="900" b="1" dirty="0">
              <a:solidFill>
                <a:schemeClr val="tx1"/>
              </a:solidFill>
              <a:latin typeface="Corbel" panose="020B0503020204020204" pitchFamily="34" charset="0"/>
            </a:endParaRPr>
          </a:p>
        </p:txBody>
      </p:sp>
    </p:spTree>
    <p:extLst>
      <p:ext uri="{BB962C8B-B14F-4D97-AF65-F5344CB8AC3E}">
        <p14:creationId xmlns:p14="http://schemas.microsoft.com/office/powerpoint/2010/main" val="75518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37" name="Rectangle 36">
            <a:extLst>
              <a:ext uri="{FF2B5EF4-FFF2-40B4-BE49-F238E27FC236}">
                <a16:creationId xmlns:a16="http://schemas.microsoft.com/office/drawing/2014/main" id="{CAE19664-99F1-3467-5660-4547CF733F9C}"/>
              </a:ext>
            </a:extLst>
          </p:cNvPr>
          <p:cNvSpPr/>
          <p:nvPr/>
        </p:nvSpPr>
        <p:spPr>
          <a:xfrm>
            <a:off x="3462867" y="2262187"/>
            <a:ext cx="5266266" cy="2333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Rectangle 37">
            <a:extLst>
              <a:ext uri="{FF2B5EF4-FFF2-40B4-BE49-F238E27FC236}">
                <a16:creationId xmlns:a16="http://schemas.microsoft.com/office/drawing/2014/main" id="{26FBB2DC-983A-7F9D-B7CA-9B2D74BDD202}"/>
              </a:ext>
            </a:extLst>
          </p:cNvPr>
          <p:cNvSpPr/>
          <p:nvPr/>
        </p:nvSpPr>
        <p:spPr>
          <a:xfrm>
            <a:off x="3462867" y="2262187"/>
            <a:ext cx="5266266" cy="486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40">
            <a:extLst>
              <a:ext uri="{FF2B5EF4-FFF2-40B4-BE49-F238E27FC236}">
                <a16:creationId xmlns:a16="http://schemas.microsoft.com/office/drawing/2014/main" id="{EAABDA18-1B81-29BB-5B66-FF184021DD26}"/>
              </a:ext>
            </a:extLst>
          </p:cNvPr>
          <p:cNvSpPr txBox="1"/>
          <p:nvPr/>
        </p:nvSpPr>
        <p:spPr>
          <a:xfrm>
            <a:off x="4613061" y="3026329"/>
            <a:ext cx="2965877" cy="369332"/>
          </a:xfrm>
          <a:prstGeom prst="rect">
            <a:avLst/>
          </a:prstGeom>
          <a:noFill/>
        </p:spPr>
        <p:txBody>
          <a:bodyPr wrap="none" rtlCol="0">
            <a:spAutoFit/>
          </a:bodyPr>
          <a:lstStyle/>
          <a:p>
            <a:r>
              <a:rPr lang="en-US" altLang="zh-CN" dirty="0">
                <a:latin typeface="Corbel" panose="020B0503020204020204" pitchFamily="34" charset="0"/>
              </a:rPr>
              <a:t>Are you sure want to log out?</a:t>
            </a:r>
            <a:endParaRPr lang="zh-CN" altLang="en-US" dirty="0">
              <a:latin typeface="Corbel" panose="020B0503020204020204" pitchFamily="34" charset="0"/>
            </a:endParaRPr>
          </a:p>
        </p:txBody>
      </p:sp>
      <p:sp>
        <p:nvSpPr>
          <p:cNvPr id="42" name="Rectangle 41">
            <a:extLst>
              <a:ext uri="{FF2B5EF4-FFF2-40B4-BE49-F238E27FC236}">
                <a16:creationId xmlns:a16="http://schemas.microsoft.com/office/drawing/2014/main" id="{6AD318ED-6032-F21A-0E9E-94E7CB8012ED}"/>
              </a:ext>
            </a:extLst>
          </p:cNvPr>
          <p:cNvSpPr/>
          <p:nvPr/>
        </p:nvSpPr>
        <p:spPr>
          <a:xfrm>
            <a:off x="4868333" y="3784095"/>
            <a:ext cx="829734" cy="482600"/>
          </a:xfrm>
          <a:prstGeom prst="rect">
            <a:avLst/>
          </a:prstGeom>
          <a:solidFill>
            <a:srgbClr val="94F6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DA375"/>
                </a:solidFill>
                <a:latin typeface="Corbel" panose="020B0503020204020204" pitchFamily="34" charset="0"/>
              </a:rPr>
              <a:t>Yes</a:t>
            </a:r>
            <a:endParaRPr lang="zh-CN" altLang="en-US" b="1" dirty="0">
              <a:solidFill>
                <a:srgbClr val="0DA375"/>
              </a:solidFill>
              <a:latin typeface="Corbel" panose="020B0503020204020204" pitchFamily="34" charset="0"/>
            </a:endParaRPr>
          </a:p>
        </p:txBody>
      </p:sp>
      <p:sp>
        <p:nvSpPr>
          <p:cNvPr id="43" name="Rectangle 42">
            <a:extLst>
              <a:ext uri="{FF2B5EF4-FFF2-40B4-BE49-F238E27FC236}">
                <a16:creationId xmlns:a16="http://schemas.microsoft.com/office/drawing/2014/main" id="{FAA7A9A8-FB31-25D4-455F-6FF83AFBAD32}"/>
              </a:ext>
            </a:extLst>
          </p:cNvPr>
          <p:cNvSpPr/>
          <p:nvPr/>
        </p:nvSpPr>
        <p:spPr>
          <a:xfrm>
            <a:off x="6458120" y="3784095"/>
            <a:ext cx="829734" cy="482600"/>
          </a:xfrm>
          <a:prstGeom prst="rect">
            <a:avLst/>
          </a:prstGeom>
          <a:solidFill>
            <a:srgbClr val="FF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E0000"/>
                </a:solidFill>
                <a:latin typeface="Corbel" panose="020B0503020204020204" pitchFamily="34" charset="0"/>
              </a:rPr>
              <a:t>No</a:t>
            </a:r>
            <a:endParaRPr lang="zh-CN" altLang="en-US" b="1" dirty="0">
              <a:solidFill>
                <a:srgbClr val="FE0000"/>
              </a:solidFill>
              <a:latin typeface="Corbel" panose="020B0503020204020204" pitchFamily="34" charset="0"/>
            </a:endParaRPr>
          </a:p>
        </p:txBody>
      </p:sp>
      <p:sp>
        <p:nvSpPr>
          <p:cNvPr id="45" name="Oval 44">
            <a:extLst>
              <a:ext uri="{FF2B5EF4-FFF2-40B4-BE49-F238E27FC236}">
                <a16:creationId xmlns:a16="http://schemas.microsoft.com/office/drawing/2014/main" id="{12F00E38-4BA9-28E2-E7BC-547388A1121F}"/>
              </a:ext>
            </a:extLst>
          </p:cNvPr>
          <p:cNvSpPr/>
          <p:nvPr/>
        </p:nvSpPr>
        <p:spPr>
          <a:xfrm>
            <a:off x="8384832" y="2418160"/>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45">
            <a:extLst>
              <a:ext uri="{FF2B5EF4-FFF2-40B4-BE49-F238E27FC236}">
                <a16:creationId xmlns:a16="http://schemas.microsoft.com/office/drawing/2014/main" id="{6908ED67-5A4E-84E8-0A52-30BC8A4079E0}"/>
              </a:ext>
            </a:extLst>
          </p:cNvPr>
          <p:cNvSpPr txBox="1"/>
          <p:nvPr/>
        </p:nvSpPr>
        <p:spPr>
          <a:xfrm>
            <a:off x="3671880" y="2336326"/>
            <a:ext cx="825867" cy="338554"/>
          </a:xfrm>
          <a:prstGeom prst="rect">
            <a:avLst/>
          </a:prstGeom>
          <a:noFill/>
        </p:spPr>
        <p:txBody>
          <a:bodyPr wrap="none" rtlCol="0">
            <a:spAutoFit/>
          </a:bodyPr>
          <a:lstStyle/>
          <a:p>
            <a:r>
              <a:rPr lang="en-US" altLang="zh-CN" sz="1600" dirty="0">
                <a:latin typeface="Corbel" panose="020B0503020204020204" pitchFamily="34" charset="0"/>
              </a:rPr>
              <a:t>Logout</a:t>
            </a:r>
            <a:endParaRPr lang="zh-CN" altLang="en-US" sz="1600" dirty="0">
              <a:latin typeface="Corbel" panose="020B0503020204020204" pitchFamily="34" charset="0"/>
            </a:endParaRPr>
          </a:p>
        </p:txBody>
      </p:sp>
      <p:sp>
        <p:nvSpPr>
          <p:cNvPr id="9" name="Rectangle 8">
            <a:extLst>
              <a:ext uri="{FF2B5EF4-FFF2-40B4-BE49-F238E27FC236}">
                <a16:creationId xmlns:a16="http://schemas.microsoft.com/office/drawing/2014/main" id="{2970C4FF-FA5A-C318-EDEC-F6611188EE68}"/>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10">
            <a:extLst>
              <a:ext uri="{FF2B5EF4-FFF2-40B4-BE49-F238E27FC236}">
                <a16:creationId xmlns:a16="http://schemas.microsoft.com/office/drawing/2014/main" id="{148ECBE2-6F9D-4FB7-9662-85C167FB8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12" name="Picture 11">
            <a:extLst>
              <a:ext uri="{FF2B5EF4-FFF2-40B4-BE49-F238E27FC236}">
                <a16:creationId xmlns:a16="http://schemas.microsoft.com/office/drawing/2014/main" id="{515B0A66-7201-D17A-FA34-55CECBBD10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39" name="Rectangle 38">
            <a:extLst>
              <a:ext uri="{FF2B5EF4-FFF2-40B4-BE49-F238E27FC236}">
                <a16:creationId xmlns:a16="http://schemas.microsoft.com/office/drawing/2014/main" id="{F1695C17-EEAC-08F4-B870-C8A6E2718B17}"/>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39">
            <a:extLst>
              <a:ext uri="{FF2B5EF4-FFF2-40B4-BE49-F238E27FC236}">
                <a16:creationId xmlns:a16="http://schemas.microsoft.com/office/drawing/2014/main" id="{CD136AEA-962D-9B70-118C-79880A7607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44" name="Picture 43">
            <a:extLst>
              <a:ext uri="{FF2B5EF4-FFF2-40B4-BE49-F238E27FC236}">
                <a16:creationId xmlns:a16="http://schemas.microsoft.com/office/drawing/2014/main" id="{B2B3AB36-5E44-4E43-05AC-75B6C07055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47" name="Picture 46">
            <a:extLst>
              <a:ext uri="{FF2B5EF4-FFF2-40B4-BE49-F238E27FC236}">
                <a16:creationId xmlns:a16="http://schemas.microsoft.com/office/drawing/2014/main" id="{3C4C2E21-9BBD-5A7A-08BB-679DEC2DFD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8" name="Rectangle 47">
            <a:extLst>
              <a:ext uri="{FF2B5EF4-FFF2-40B4-BE49-F238E27FC236}">
                <a16:creationId xmlns:a16="http://schemas.microsoft.com/office/drawing/2014/main" id="{ECCB7EF7-D15D-B4AA-2FA1-81D4F7634514}"/>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Picture 48">
            <a:extLst>
              <a:ext uri="{FF2B5EF4-FFF2-40B4-BE49-F238E27FC236}">
                <a16:creationId xmlns:a16="http://schemas.microsoft.com/office/drawing/2014/main" id="{56DA9AA1-FFC8-4DB3-31A0-958481287DE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50" name="Picture 49">
            <a:extLst>
              <a:ext uri="{FF2B5EF4-FFF2-40B4-BE49-F238E27FC236}">
                <a16:creationId xmlns:a16="http://schemas.microsoft.com/office/drawing/2014/main" id="{A5EA4716-6080-537A-47F2-B0EDF4B9ECB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51" name="Picture 50">
            <a:extLst>
              <a:ext uri="{FF2B5EF4-FFF2-40B4-BE49-F238E27FC236}">
                <a16:creationId xmlns:a16="http://schemas.microsoft.com/office/drawing/2014/main" id="{7C9DA5F1-5ADD-0FA4-FDBE-281BFFB580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52" name="Picture 51">
            <a:extLst>
              <a:ext uri="{FF2B5EF4-FFF2-40B4-BE49-F238E27FC236}">
                <a16:creationId xmlns:a16="http://schemas.microsoft.com/office/drawing/2014/main" id="{4CB93F5F-0DFB-8841-2EF4-F23ED39B2A5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53" name="Rectangle 52">
            <a:extLst>
              <a:ext uri="{FF2B5EF4-FFF2-40B4-BE49-F238E27FC236}">
                <a16:creationId xmlns:a16="http://schemas.microsoft.com/office/drawing/2014/main" id="{0E1E5602-2F8A-C463-7F6F-2EBB314D0275}"/>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 name="Picture 53">
            <a:extLst>
              <a:ext uri="{FF2B5EF4-FFF2-40B4-BE49-F238E27FC236}">
                <a16:creationId xmlns:a16="http://schemas.microsoft.com/office/drawing/2014/main" id="{BE24B64C-1290-F530-AC17-B08D42160CA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55" name="Picture 54">
            <a:extLst>
              <a:ext uri="{FF2B5EF4-FFF2-40B4-BE49-F238E27FC236}">
                <a16:creationId xmlns:a16="http://schemas.microsoft.com/office/drawing/2014/main" id="{6391561D-CE81-E760-DE1B-9ACD9074AF9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Tree>
    <p:extLst>
      <p:ext uri="{BB962C8B-B14F-4D97-AF65-F5344CB8AC3E}">
        <p14:creationId xmlns:p14="http://schemas.microsoft.com/office/powerpoint/2010/main" val="4061066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741-DA20-EF77-F412-10847341C152}"/>
              </a:ext>
            </a:extLst>
          </p:cNvPr>
          <p:cNvSpPr/>
          <p:nvPr/>
        </p:nvSpPr>
        <p:spPr>
          <a:xfrm>
            <a:off x="0" y="1"/>
            <a:ext cx="12192000" cy="427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1">
            <a:extLst>
              <a:ext uri="{FF2B5EF4-FFF2-40B4-BE49-F238E27FC236}">
                <a16:creationId xmlns:a16="http://schemas.microsoft.com/office/drawing/2014/main" id="{823A4C6B-03B8-7ED7-4723-33C83F0058A4}"/>
              </a:ext>
            </a:extLst>
          </p:cNvPr>
          <p:cNvSpPr/>
          <p:nvPr/>
        </p:nvSpPr>
        <p:spPr>
          <a:xfrm>
            <a:off x="11879705" y="127417"/>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val 2">
            <a:extLst>
              <a:ext uri="{FF2B5EF4-FFF2-40B4-BE49-F238E27FC236}">
                <a16:creationId xmlns:a16="http://schemas.microsoft.com/office/drawing/2014/main" id="{6C8703EA-A002-DE04-E799-0221BCEBD5F6}"/>
              </a:ext>
            </a:extLst>
          </p:cNvPr>
          <p:cNvSpPr/>
          <p:nvPr/>
        </p:nvSpPr>
        <p:spPr>
          <a:xfrm>
            <a:off x="11574905" y="127417"/>
            <a:ext cx="174885" cy="17488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Oval 3">
            <a:extLst>
              <a:ext uri="{FF2B5EF4-FFF2-40B4-BE49-F238E27FC236}">
                <a16:creationId xmlns:a16="http://schemas.microsoft.com/office/drawing/2014/main" id="{12776CEE-6859-CC0C-CF34-1598CE1FB68D}"/>
              </a:ext>
            </a:extLst>
          </p:cNvPr>
          <p:cNvSpPr/>
          <p:nvPr/>
        </p:nvSpPr>
        <p:spPr>
          <a:xfrm>
            <a:off x="11270105" y="127417"/>
            <a:ext cx="174885" cy="1748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200740A9-6DA2-6520-F53F-2651DFF643DA}"/>
              </a:ext>
            </a:extLst>
          </p:cNvPr>
          <p:cNvSpPr txBox="1"/>
          <p:nvPr/>
        </p:nvSpPr>
        <p:spPr>
          <a:xfrm>
            <a:off x="377847" y="60970"/>
            <a:ext cx="1133644" cy="307777"/>
          </a:xfrm>
          <a:prstGeom prst="rect">
            <a:avLst/>
          </a:prstGeom>
          <a:noFill/>
        </p:spPr>
        <p:txBody>
          <a:bodyPr wrap="none" rtlCol="0">
            <a:spAutoFit/>
          </a:bodyPr>
          <a:lstStyle/>
          <a:p>
            <a:r>
              <a:rPr lang="en-US" altLang="zh-CN" sz="1400" dirty="0">
                <a:latin typeface="Corbel" panose="020B0503020204020204" pitchFamily="34" charset="0"/>
              </a:rPr>
              <a:t>SafeWisdom</a:t>
            </a:r>
            <a:endParaRPr lang="zh-CN" altLang="en-US" sz="1400" dirty="0">
              <a:latin typeface="Corbel" panose="020B0503020204020204" pitchFamily="34" charset="0"/>
            </a:endParaRPr>
          </a:p>
        </p:txBody>
      </p:sp>
      <p:pic>
        <p:nvPicPr>
          <p:cNvPr id="7" name="Picture 6" descr="Bubble chart&#10;&#10;Description automatically generated">
            <a:extLst>
              <a:ext uri="{FF2B5EF4-FFF2-40B4-BE49-F238E27FC236}">
                <a16:creationId xmlns:a16="http://schemas.microsoft.com/office/drawing/2014/main" id="{EE74741D-217E-084C-1300-4286815D1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6" y="54225"/>
            <a:ext cx="323351" cy="314522"/>
          </a:xfrm>
          <a:prstGeom prst="rect">
            <a:avLst/>
          </a:prstGeom>
        </p:spPr>
      </p:pic>
      <p:sp>
        <p:nvSpPr>
          <p:cNvPr id="37" name="Rectangle 36">
            <a:extLst>
              <a:ext uri="{FF2B5EF4-FFF2-40B4-BE49-F238E27FC236}">
                <a16:creationId xmlns:a16="http://schemas.microsoft.com/office/drawing/2014/main" id="{FF8DDCAA-C6AC-E2AC-8460-3EF81CD5204D}"/>
              </a:ext>
            </a:extLst>
          </p:cNvPr>
          <p:cNvSpPr/>
          <p:nvPr/>
        </p:nvSpPr>
        <p:spPr>
          <a:xfrm>
            <a:off x="0" y="429716"/>
            <a:ext cx="687913" cy="6428283"/>
          </a:xfrm>
          <a:prstGeom prst="rect">
            <a:avLst/>
          </a:prstGeom>
          <a:solidFill>
            <a:srgbClr val="C8A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Picture 37">
            <a:extLst>
              <a:ext uri="{FF2B5EF4-FFF2-40B4-BE49-F238E27FC236}">
                <a16:creationId xmlns:a16="http://schemas.microsoft.com/office/drawing/2014/main" id="{AF0F05C9-95BF-8C15-BA98-35D22ACC9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94" y="623887"/>
            <a:ext cx="238125" cy="238125"/>
          </a:xfrm>
          <a:prstGeom prst="rect">
            <a:avLst/>
          </a:prstGeom>
        </p:spPr>
      </p:pic>
      <p:pic>
        <p:nvPicPr>
          <p:cNvPr id="39" name="Picture 38">
            <a:extLst>
              <a:ext uri="{FF2B5EF4-FFF2-40B4-BE49-F238E27FC236}">
                <a16:creationId xmlns:a16="http://schemas.microsoft.com/office/drawing/2014/main" id="{479313CE-B2CD-A236-9FE9-62E0EB2AC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6" y="1462087"/>
            <a:ext cx="238125" cy="238125"/>
          </a:xfrm>
          <a:prstGeom prst="rect">
            <a:avLst/>
          </a:prstGeom>
        </p:spPr>
      </p:pic>
      <p:sp>
        <p:nvSpPr>
          <p:cNvPr id="40" name="Rectangle 39">
            <a:extLst>
              <a:ext uri="{FF2B5EF4-FFF2-40B4-BE49-F238E27FC236}">
                <a16:creationId xmlns:a16="http://schemas.microsoft.com/office/drawing/2014/main" id="{23072A04-5BE0-800E-DB3C-AEA69AD5346F}"/>
              </a:ext>
            </a:extLst>
          </p:cNvPr>
          <p:cNvSpPr/>
          <p:nvPr/>
        </p:nvSpPr>
        <p:spPr>
          <a:xfrm>
            <a:off x="0" y="1861065"/>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40">
            <a:extLst>
              <a:ext uri="{FF2B5EF4-FFF2-40B4-BE49-F238E27FC236}">
                <a16:creationId xmlns:a16="http://schemas.microsoft.com/office/drawing/2014/main" id="{0CB2AD65-3384-B4BD-3CA6-4938E589DC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93" y="2000135"/>
            <a:ext cx="238125" cy="238125"/>
          </a:xfrm>
          <a:prstGeom prst="rect">
            <a:avLst/>
          </a:prstGeom>
        </p:spPr>
      </p:pic>
      <p:pic>
        <p:nvPicPr>
          <p:cNvPr id="42" name="Picture 41">
            <a:extLst>
              <a:ext uri="{FF2B5EF4-FFF2-40B4-BE49-F238E27FC236}">
                <a16:creationId xmlns:a16="http://schemas.microsoft.com/office/drawing/2014/main" id="{04C2137B-71A9-444E-82BE-C1A6991122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818" y="2532303"/>
            <a:ext cx="238125" cy="238125"/>
          </a:xfrm>
          <a:prstGeom prst="rect">
            <a:avLst/>
          </a:prstGeom>
        </p:spPr>
      </p:pic>
      <p:pic>
        <p:nvPicPr>
          <p:cNvPr id="43" name="Picture 42">
            <a:extLst>
              <a:ext uri="{FF2B5EF4-FFF2-40B4-BE49-F238E27FC236}">
                <a16:creationId xmlns:a16="http://schemas.microsoft.com/office/drawing/2014/main" id="{2A95AD58-3D21-C14A-D6B1-6DF1775EA3A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4818" y="3073118"/>
            <a:ext cx="238125" cy="238125"/>
          </a:xfrm>
          <a:prstGeom prst="rect">
            <a:avLst/>
          </a:prstGeom>
        </p:spPr>
      </p:pic>
      <p:sp>
        <p:nvSpPr>
          <p:cNvPr id="45" name="Rectangle 44">
            <a:extLst>
              <a:ext uri="{FF2B5EF4-FFF2-40B4-BE49-F238E27FC236}">
                <a16:creationId xmlns:a16="http://schemas.microsoft.com/office/drawing/2014/main" id="{D68A1D79-EA88-2CBC-0FF3-3423BA324561}"/>
              </a:ext>
            </a:extLst>
          </p:cNvPr>
          <p:cNvSpPr/>
          <p:nvPr/>
        </p:nvSpPr>
        <p:spPr>
          <a:xfrm>
            <a:off x="0" y="3472096"/>
            <a:ext cx="687913" cy="15804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Picture 45">
            <a:extLst>
              <a:ext uri="{FF2B5EF4-FFF2-40B4-BE49-F238E27FC236}">
                <a16:creationId xmlns:a16="http://schemas.microsoft.com/office/drawing/2014/main" id="{ACE55F97-00D2-AE34-B9A9-7C60889DCFA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5293" y="3611166"/>
            <a:ext cx="238125" cy="238125"/>
          </a:xfrm>
          <a:prstGeom prst="rect">
            <a:avLst/>
          </a:prstGeom>
        </p:spPr>
      </p:pic>
      <p:pic>
        <p:nvPicPr>
          <p:cNvPr id="50" name="Picture 49">
            <a:extLst>
              <a:ext uri="{FF2B5EF4-FFF2-40B4-BE49-F238E27FC236}">
                <a16:creationId xmlns:a16="http://schemas.microsoft.com/office/drawing/2014/main" id="{4B41DAD7-0A49-8341-610C-0ECBA1F003C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818" y="4143334"/>
            <a:ext cx="238125" cy="238125"/>
          </a:xfrm>
          <a:prstGeom prst="rect">
            <a:avLst/>
          </a:prstGeom>
        </p:spPr>
      </p:pic>
      <p:pic>
        <p:nvPicPr>
          <p:cNvPr id="51" name="Picture 50">
            <a:extLst>
              <a:ext uri="{FF2B5EF4-FFF2-40B4-BE49-F238E27FC236}">
                <a16:creationId xmlns:a16="http://schemas.microsoft.com/office/drawing/2014/main" id="{368921BD-BBC5-04E2-9E1A-96E20DF542A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817" y="4675502"/>
            <a:ext cx="238125" cy="238125"/>
          </a:xfrm>
          <a:prstGeom prst="rect">
            <a:avLst/>
          </a:prstGeom>
        </p:spPr>
      </p:pic>
      <p:pic>
        <p:nvPicPr>
          <p:cNvPr id="52" name="Picture 51">
            <a:extLst>
              <a:ext uri="{FF2B5EF4-FFF2-40B4-BE49-F238E27FC236}">
                <a16:creationId xmlns:a16="http://schemas.microsoft.com/office/drawing/2014/main" id="{7A81ECBF-60B1-20DE-86E9-07E75F2D5D9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4817" y="5207670"/>
            <a:ext cx="238125" cy="238125"/>
          </a:xfrm>
          <a:prstGeom prst="rect">
            <a:avLst/>
          </a:prstGeom>
        </p:spPr>
      </p:pic>
      <p:sp>
        <p:nvSpPr>
          <p:cNvPr id="53" name="Rectangle 52">
            <a:extLst>
              <a:ext uri="{FF2B5EF4-FFF2-40B4-BE49-F238E27FC236}">
                <a16:creationId xmlns:a16="http://schemas.microsoft.com/office/drawing/2014/main" id="{14084195-8B73-D91E-2840-285B9C450007}"/>
              </a:ext>
            </a:extLst>
          </p:cNvPr>
          <p:cNvSpPr/>
          <p:nvPr/>
        </p:nvSpPr>
        <p:spPr>
          <a:xfrm>
            <a:off x="0" y="5597722"/>
            <a:ext cx="687913" cy="1051200"/>
          </a:xfrm>
          <a:prstGeom prst="rect">
            <a:avLst/>
          </a:prstGeom>
          <a:solidFill>
            <a:srgbClr val="B6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 name="Picture 53">
            <a:extLst>
              <a:ext uri="{FF2B5EF4-FFF2-40B4-BE49-F238E27FC236}">
                <a16:creationId xmlns:a16="http://schemas.microsoft.com/office/drawing/2014/main" id="{28DA78D2-E546-046F-2557-8F8E80F85007}"/>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5293" y="5736792"/>
            <a:ext cx="238125" cy="238125"/>
          </a:xfrm>
          <a:prstGeom prst="rect">
            <a:avLst/>
          </a:prstGeom>
        </p:spPr>
      </p:pic>
      <p:pic>
        <p:nvPicPr>
          <p:cNvPr id="55" name="Picture 54">
            <a:extLst>
              <a:ext uri="{FF2B5EF4-FFF2-40B4-BE49-F238E27FC236}">
                <a16:creationId xmlns:a16="http://schemas.microsoft.com/office/drawing/2014/main" id="{0CC95039-DE89-FF0C-D0DB-91BF86CD917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4818" y="6268960"/>
            <a:ext cx="238125" cy="238125"/>
          </a:xfrm>
          <a:prstGeom prst="rect">
            <a:avLst/>
          </a:prstGeom>
        </p:spPr>
      </p:pic>
      <p:sp>
        <p:nvSpPr>
          <p:cNvPr id="6" name="Rectangle 5">
            <a:extLst>
              <a:ext uri="{FF2B5EF4-FFF2-40B4-BE49-F238E27FC236}">
                <a16:creationId xmlns:a16="http://schemas.microsoft.com/office/drawing/2014/main" id="{30CDDDDC-13CF-399E-0B8C-DCB76B10164B}"/>
              </a:ext>
            </a:extLst>
          </p:cNvPr>
          <p:cNvSpPr/>
          <p:nvPr/>
        </p:nvSpPr>
        <p:spPr>
          <a:xfrm>
            <a:off x="3462867" y="2262187"/>
            <a:ext cx="5266266" cy="2333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a:extLst>
              <a:ext uri="{FF2B5EF4-FFF2-40B4-BE49-F238E27FC236}">
                <a16:creationId xmlns:a16="http://schemas.microsoft.com/office/drawing/2014/main" id="{7737E929-24BB-78ED-3008-06EB4D6DE1B4}"/>
              </a:ext>
            </a:extLst>
          </p:cNvPr>
          <p:cNvSpPr/>
          <p:nvPr/>
        </p:nvSpPr>
        <p:spPr>
          <a:xfrm>
            <a:off x="3462867" y="2262187"/>
            <a:ext cx="5266266" cy="486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a:extLst>
              <a:ext uri="{FF2B5EF4-FFF2-40B4-BE49-F238E27FC236}">
                <a16:creationId xmlns:a16="http://schemas.microsoft.com/office/drawing/2014/main" id="{E567DC30-C5CA-9FBD-78F2-9829C7D87575}"/>
              </a:ext>
            </a:extLst>
          </p:cNvPr>
          <p:cNvSpPr txBox="1"/>
          <p:nvPr/>
        </p:nvSpPr>
        <p:spPr>
          <a:xfrm>
            <a:off x="4860838" y="2873063"/>
            <a:ext cx="2459841" cy="400110"/>
          </a:xfrm>
          <a:prstGeom prst="rect">
            <a:avLst/>
          </a:prstGeom>
          <a:noFill/>
        </p:spPr>
        <p:txBody>
          <a:bodyPr wrap="none" rtlCol="0">
            <a:spAutoFit/>
          </a:bodyPr>
          <a:lstStyle/>
          <a:p>
            <a:r>
              <a:rPr lang="en-US" altLang="zh-CN" sz="2000" b="1" dirty="0">
                <a:latin typeface="Corbel" panose="020B0503020204020204" pitchFamily="34" charset="0"/>
              </a:rPr>
              <a:t>SafeWisdom Update</a:t>
            </a:r>
            <a:endParaRPr lang="zh-CN" altLang="en-US" sz="2000" b="1" dirty="0">
              <a:latin typeface="Corbel" panose="020B0503020204020204" pitchFamily="34" charset="0"/>
            </a:endParaRPr>
          </a:p>
        </p:txBody>
      </p:sp>
      <p:sp>
        <p:nvSpPr>
          <p:cNvPr id="16" name="Oval 15">
            <a:extLst>
              <a:ext uri="{FF2B5EF4-FFF2-40B4-BE49-F238E27FC236}">
                <a16:creationId xmlns:a16="http://schemas.microsoft.com/office/drawing/2014/main" id="{6A54720E-FF60-358A-806F-DFC826DBBB48}"/>
              </a:ext>
            </a:extLst>
          </p:cNvPr>
          <p:cNvSpPr/>
          <p:nvPr/>
        </p:nvSpPr>
        <p:spPr>
          <a:xfrm>
            <a:off x="8384832" y="2418160"/>
            <a:ext cx="174885" cy="1748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a:extLst>
              <a:ext uri="{FF2B5EF4-FFF2-40B4-BE49-F238E27FC236}">
                <a16:creationId xmlns:a16="http://schemas.microsoft.com/office/drawing/2014/main" id="{D077DEC7-043E-CB52-BA4D-D61BFE3997D1}"/>
              </a:ext>
            </a:extLst>
          </p:cNvPr>
          <p:cNvSpPr txBox="1"/>
          <p:nvPr/>
        </p:nvSpPr>
        <p:spPr>
          <a:xfrm>
            <a:off x="3671880" y="2336326"/>
            <a:ext cx="825867" cy="338554"/>
          </a:xfrm>
          <a:prstGeom prst="rect">
            <a:avLst/>
          </a:prstGeom>
          <a:noFill/>
        </p:spPr>
        <p:txBody>
          <a:bodyPr wrap="none" rtlCol="0">
            <a:spAutoFit/>
          </a:bodyPr>
          <a:lstStyle/>
          <a:p>
            <a:r>
              <a:rPr lang="en-US" altLang="zh-CN" sz="1600" dirty="0">
                <a:latin typeface="Corbel" panose="020B0503020204020204" pitchFamily="34" charset="0"/>
              </a:rPr>
              <a:t>Update</a:t>
            </a:r>
            <a:endParaRPr lang="zh-CN" altLang="en-US" sz="1600" dirty="0">
              <a:latin typeface="Corbel" panose="020B0503020204020204" pitchFamily="34" charset="0"/>
            </a:endParaRPr>
          </a:p>
        </p:txBody>
      </p:sp>
      <p:sp>
        <p:nvSpPr>
          <p:cNvPr id="18" name="TextBox 17">
            <a:extLst>
              <a:ext uri="{FF2B5EF4-FFF2-40B4-BE49-F238E27FC236}">
                <a16:creationId xmlns:a16="http://schemas.microsoft.com/office/drawing/2014/main" id="{6DE85197-2E26-F542-63E9-F45549CBA879}"/>
              </a:ext>
            </a:extLst>
          </p:cNvPr>
          <p:cNvSpPr txBox="1"/>
          <p:nvPr/>
        </p:nvSpPr>
        <p:spPr>
          <a:xfrm>
            <a:off x="5434969" y="3290499"/>
            <a:ext cx="1311578" cy="276999"/>
          </a:xfrm>
          <a:prstGeom prst="rect">
            <a:avLst/>
          </a:prstGeom>
          <a:noFill/>
        </p:spPr>
        <p:txBody>
          <a:bodyPr wrap="none" rtlCol="0">
            <a:spAutoFit/>
          </a:bodyPr>
          <a:lstStyle/>
          <a:p>
            <a:r>
              <a:rPr lang="en-US" altLang="zh-CN" sz="1200" dirty="0">
                <a:latin typeface="Corbel" panose="020B0503020204020204" pitchFamily="34" charset="0"/>
              </a:rPr>
              <a:t>check for update?</a:t>
            </a:r>
            <a:endParaRPr lang="zh-CN" altLang="en-US" sz="1200" dirty="0">
              <a:latin typeface="Corbel" panose="020B0503020204020204" pitchFamily="34" charset="0"/>
            </a:endParaRPr>
          </a:p>
        </p:txBody>
      </p:sp>
      <p:sp>
        <p:nvSpPr>
          <p:cNvPr id="19" name="Rectangle 18">
            <a:extLst>
              <a:ext uri="{FF2B5EF4-FFF2-40B4-BE49-F238E27FC236}">
                <a16:creationId xmlns:a16="http://schemas.microsoft.com/office/drawing/2014/main" id="{AE4790A9-39A4-ACD6-2227-D7BE45603856}"/>
              </a:ext>
            </a:extLst>
          </p:cNvPr>
          <p:cNvSpPr/>
          <p:nvPr/>
        </p:nvSpPr>
        <p:spPr>
          <a:xfrm>
            <a:off x="4860838" y="3799638"/>
            <a:ext cx="829734" cy="482600"/>
          </a:xfrm>
          <a:prstGeom prst="rect">
            <a:avLst/>
          </a:prstGeom>
          <a:solidFill>
            <a:srgbClr val="FF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E0000"/>
                </a:solidFill>
                <a:latin typeface="Corbel" panose="020B0503020204020204" pitchFamily="34" charset="0"/>
              </a:rPr>
              <a:t>No</a:t>
            </a:r>
            <a:endParaRPr lang="zh-CN" altLang="en-US" b="1" dirty="0">
              <a:solidFill>
                <a:srgbClr val="FE0000"/>
              </a:solidFill>
              <a:latin typeface="Corbel" panose="020B0503020204020204" pitchFamily="34" charset="0"/>
            </a:endParaRPr>
          </a:p>
        </p:txBody>
      </p:sp>
      <p:sp>
        <p:nvSpPr>
          <p:cNvPr id="20" name="Rectangle 19">
            <a:extLst>
              <a:ext uri="{FF2B5EF4-FFF2-40B4-BE49-F238E27FC236}">
                <a16:creationId xmlns:a16="http://schemas.microsoft.com/office/drawing/2014/main" id="{1B3CFC22-0B6B-3DC1-CFBA-8E8BEC8AAE8A}"/>
              </a:ext>
            </a:extLst>
          </p:cNvPr>
          <p:cNvSpPr/>
          <p:nvPr/>
        </p:nvSpPr>
        <p:spPr>
          <a:xfrm>
            <a:off x="6458120" y="3799638"/>
            <a:ext cx="829734" cy="482600"/>
          </a:xfrm>
          <a:prstGeom prst="rect">
            <a:avLst/>
          </a:prstGeom>
          <a:solidFill>
            <a:srgbClr val="94F6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DA375"/>
                </a:solidFill>
                <a:latin typeface="Corbel" panose="020B0503020204020204" pitchFamily="34" charset="0"/>
              </a:rPr>
              <a:t>Yes</a:t>
            </a:r>
            <a:endParaRPr lang="zh-CN" altLang="en-US" b="1" dirty="0">
              <a:solidFill>
                <a:srgbClr val="0DA375"/>
              </a:solidFill>
              <a:latin typeface="Corbel" panose="020B0503020204020204" pitchFamily="34" charset="0"/>
            </a:endParaRPr>
          </a:p>
        </p:txBody>
      </p:sp>
    </p:spTree>
    <p:extLst>
      <p:ext uri="{BB962C8B-B14F-4D97-AF65-F5344CB8AC3E}">
        <p14:creationId xmlns:p14="http://schemas.microsoft.com/office/powerpoint/2010/main" val="181703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6000">
              <a:srgbClr val="FED1C7"/>
            </a:gs>
            <a:gs pos="39000">
              <a:srgbClr val="FEAFC7"/>
            </a:gs>
            <a:gs pos="78000">
              <a:srgbClr val="FE8DC6"/>
            </a:gs>
          </a:gsLst>
          <a:lin ang="8100000" scaled="1"/>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54FDFAA-E292-FFC0-2B26-38ECEE186C29}"/>
              </a:ext>
            </a:extLst>
          </p:cNvPr>
          <p:cNvSpPr/>
          <p:nvPr/>
        </p:nvSpPr>
        <p:spPr>
          <a:xfrm>
            <a:off x="3462867" y="1041816"/>
            <a:ext cx="5266266" cy="48324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3B07B1FB-A3DC-6649-6123-3F0976E2778B}"/>
              </a:ext>
            </a:extLst>
          </p:cNvPr>
          <p:cNvSpPr txBox="1"/>
          <p:nvPr/>
        </p:nvSpPr>
        <p:spPr>
          <a:xfrm>
            <a:off x="8311056" y="1088150"/>
            <a:ext cx="322524" cy="369332"/>
          </a:xfrm>
          <a:prstGeom prst="rect">
            <a:avLst/>
          </a:prstGeom>
          <a:noFill/>
        </p:spPr>
        <p:txBody>
          <a:bodyPr wrap="none" rtlCol="0">
            <a:spAutoFit/>
          </a:bodyPr>
          <a:lstStyle/>
          <a:p>
            <a:r>
              <a:rPr lang="zh-CN" altLang="en-US" dirty="0">
                <a:latin typeface="Corbel" panose="020B0503020204020204" pitchFamily="34" charset="0"/>
              </a:rPr>
              <a:t>╳</a:t>
            </a:r>
          </a:p>
        </p:txBody>
      </p:sp>
      <p:sp>
        <p:nvSpPr>
          <p:cNvPr id="7" name="TextBox 6">
            <a:extLst>
              <a:ext uri="{FF2B5EF4-FFF2-40B4-BE49-F238E27FC236}">
                <a16:creationId xmlns:a16="http://schemas.microsoft.com/office/drawing/2014/main" id="{8C1D336D-0C6F-5D8D-976E-5543DD5273D1}"/>
              </a:ext>
            </a:extLst>
          </p:cNvPr>
          <p:cNvSpPr txBox="1"/>
          <p:nvPr/>
        </p:nvSpPr>
        <p:spPr>
          <a:xfrm>
            <a:off x="7945821" y="1125625"/>
            <a:ext cx="338554" cy="276999"/>
          </a:xfrm>
          <a:prstGeom prst="rect">
            <a:avLst/>
          </a:prstGeom>
          <a:noFill/>
        </p:spPr>
        <p:txBody>
          <a:bodyPr wrap="none" rtlCol="0">
            <a:spAutoFit/>
          </a:bodyPr>
          <a:lstStyle/>
          <a:p>
            <a:r>
              <a:rPr lang="zh-CN" altLang="en-US" sz="1200" dirty="0">
                <a:latin typeface="Corbel" panose="020B0503020204020204" pitchFamily="34" charset="0"/>
                <a:ea typeface="等线" panose="02010600030101010101" pitchFamily="2" charset="-122"/>
              </a:rPr>
              <a:t>□</a:t>
            </a:r>
            <a:endParaRPr lang="zh-CN" altLang="en-US" sz="1200" dirty="0">
              <a:latin typeface="Corbel" panose="020B0503020204020204" pitchFamily="34" charset="0"/>
            </a:endParaRPr>
          </a:p>
        </p:txBody>
      </p:sp>
      <p:sp>
        <p:nvSpPr>
          <p:cNvPr id="8" name="TextBox 7">
            <a:extLst>
              <a:ext uri="{FF2B5EF4-FFF2-40B4-BE49-F238E27FC236}">
                <a16:creationId xmlns:a16="http://schemas.microsoft.com/office/drawing/2014/main" id="{7FAB398D-B616-E9DD-7195-3EC7A01FDD42}"/>
              </a:ext>
            </a:extLst>
          </p:cNvPr>
          <p:cNvSpPr txBox="1"/>
          <p:nvPr/>
        </p:nvSpPr>
        <p:spPr>
          <a:xfrm>
            <a:off x="7602942" y="1046732"/>
            <a:ext cx="296876" cy="369332"/>
          </a:xfrm>
          <a:prstGeom prst="rect">
            <a:avLst/>
          </a:prstGeom>
          <a:noFill/>
        </p:spPr>
        <p:txBody>
          <a:bodyPr wrap="none" rtlCol="0">
            <a:spAutoFit/>
          </a:bodyPr>
          <a:lstStyle/>
          <a:p>
            <a:r>
              <a:rPr lang="en-US" altLang="zh-CN" dirty="0">
                <a:latin typeface="Corbel" panose="020B0503020204020204" pitchFamily="34" charset="0"/>
              </a:rPr>
              <a:t>–</a:t>
            </a:r>
            <a:endParaRPr lang="zh-CN" altLang="en-US" dirty="0">
              <a:latin typeface="Corbel" panose="020B0503020204020204" pitchFamily="34" charset="0"/>
            </a:endParaRPr>
          </a:p>
        </p:txBody>
      </p:sp>
      <p:sp>
        <p:nvSpPr>
          <p:cNvPr id="9" name="TextBox 8">
            <a:extLst>
              <a:ext uri="{FF2B5EF4-FFF2-40B4-BE49-F238E27FC236}">
                <a16:creationId xmlns:a16="http://schemas.microsoft.com/office/drawing/2014/main" id="{F533BA95-4285-91E7-106C-3D8AB5B0BCD0}"/>
              </a:ext>
            </a:extLst>
          </p:cNvPr>
          <p:cNvSpPr txBox="1"/>
          <p:nvPr/>
        </p:nvSpPr>
        <p:spPr>
          <a:xfrm>
            <a:off x="3585657" y="1506311"/>
            <a:ext cx="2047355" cy="307777"/>
          </a:xfrm>
          <a:prstGeom prst="rect">
            <a:avLst/>
          </a:prstGeom>
          <a:noFill/>
        </p:spPr>
        <p:txBody>
          <a:bodyPr wrap="none" rtlCol="0">
            <a:spAutoFit/>
          </a:bodyPr>
          <a:lstStyle/>
          <a:p>
            <a:r>
              <a:rPr lang="zh-CN" altLang="en-US" sz="1400" dirty="0">
                <a:latin typeface="Corbel" panose="020B0503020204020204" pitchFamily="34" charset="0"/>
                <a:sym typeface="Wingdings 3" panose="05040102010807070707" pitchFamily="18" charset="2"/>
              </a:rPr>
              <a:t>     </a:t>
            </a:r>
            <a:r>
              <a:rPr lang="en-US" altLang="zh-CN" sz="1400" dirty="0">
                <a:latin typeface="Corbel" panose="020B0503020204020204" pitchFamily="34" charset="0"/>
                <a:sym typeface="Wingdings 3" panose="05040102010807070707" pitchFamily="18" charset="2"/>
              </a:rPr>
              <a:t>SafeWisdom Update</a:t>
            </a:r>
            <a:endParaRPr lang="zh-CN" altLang="en-US" sz="1400" dirty="0">
              <a:latin typeface="Corbel" panose="020B0503020204020204" pitchFamily="34" charset="0"/>
            </a:endParaRPr>
          </a:p>
        </p:txBody>
      </p:sp>
      <p:sp>
        <p:nvSpPr>
          <p:cNvPr id="10" name="TextBox 9">
            <a:extLst>
              <a:ext uri="{FF2B5EF4-FFF2-40B4-BE49-F238E27FC236}">
                <a16:creationId xmlns:a16="http://schemas.microsoft.com/office/drawing/2014/main" id="{702BCA44-4721-9268-BF39-723F97831C26}"/>
              </a:ext>
            </a:extLst>
          </p:cNvPr>
          <p:cNvSpPr txBox="1"/>
          <p:nvPr/>
        </p:nvSpPr>
        <p:spPr>
          <a:xfrm>
            <a:off x="3912957" y="2053252"/>
            <a:ext cx="1547668" cy="307777"/>
          </a:xfrm>
          <a:prstGeom prst="rect">
            <a:avLst/>
          </a:prstGeom>
          <a:noFill/>
        </p:spPr>
        <p:txBody>
          <a:bodyPr wrap="none" rtlCol="0">
            <a:spAutoFit/>
          </a:bodyPr>
          <a:lstStyle/>
          <a:p>
            <a:r>
              <a:rPr lang="en-US" altLang="zh-CN" sz="1400" b="1" dirty="0">
                <a:solidFill>
                  <a:srgbClr val="0070C0"/>
                </a:solidFill>
                <a:latin typeface="Corbel" panose="020B0503020204020204" pitchFamily="34" charset="0"/>
                <a:sym typeface="Wingdings 3" panose="05040102010807070707" pitchFamily="18" charset="2"/>
              </a:rPr>
              <a:t>Update Summary</a:t>
            </a:r>
            <a:endParaRPr lang="zh-CN" altLang="en-US" sz="1400" b="1" dirty="0">
              <a:solidFill>
                <a:srgbClr val="0070C0"/>
              </a:solidFill>
              <a:latin typeface="Corbel" panose="020B0503020204020204" pitchFamily="34" charset="0"/>
            </a:endParaRPr>
          </a:p>
        </p:txBody>
      </p:sp>
      <p:sp>
        <p:nvSpPr>
          <p:cNvPr id="15" name="TextBox 14">
            <a:extLst>
              <a:ext uri="{FF2B5EF4-FFF2-40B4-BE49-F238E27FC236}">
                <a16:creationId xmlns:a16="http://schemas.microsoft.com/office/drawing/2014/main" id="{C0A0BA2A-AFEC-CBF3-8D6F-2D6FE803FB68}"/>
              </a:ext>
            </a:extLst>
          </p:cNvPr>
          <p:cNvSpPr txBox="1"/>
          <p:nvPr/>
        </p:nvSpPr>
        <p:spPr>
          <a:xfrm>
            <a:off x="4222754" y="2600193"/>
            <a:ext cx="1972015" cy="954107"/>
          </a:xfrm>
          <a:prstGeom prst="rect">
            <a:avLst/>
          </a:prstGeom>
          <a:noFill/>
        </p:spPr>
        <p:txBody>
          <a:bodyPr wrap="none" rtlCol="0">
            <a:spAutoFit/>
          </a:bodyPr>
          <a:lstStyle/>
          <a:p>
            <a:r>
              <a:rPr lang="en-US" altLang="zh-CN" sz="1400" b="1" dirty="0">
                <a:latin typeface="Corbel" panose="020B0503020204020204" pitchFamily="34" charset="0"/>
                <a:sym typeface="Wingdings 3" panose="05040102010807070707" pitchFamily="18" charset="2"/>
              </a:rPr>
              <a:t>SafeWisdom</a:t>
            </a:r>
          </a:p>
          <a:p>
            <a:r>
              <a:rPr lang="en-US" altLang="zh-CN" sz="1400" dirty="0">
                <a:latin typeface="Corbel" panose="020B0503020204020204" pitchFamily="34" charset="0"/>
                <a:sym typeface="Wingdings 3" panose="05040102010807070707" pitchFamily="18" charset="2"/>
              </a:rPr>
              <a:t>Update file size: 3.24MB</a:t>
            </a:r>
          </a:p>
          <a:p>
            <a:endParaRPr lang="en-US" altLang="zh-CN" sz="1400" dirty="0">
              <a:latin typeface="Corbel" panose="020B0503020204020204" pitchFamily="34" charset="0"/>
              <a:sym typeface="Wingdings 3" panose="05040102010807070707" pitchFamily="18" charset="2"/>
            </a:endParaRPr>
          </a:p>
          <a:p>
            <a:r>
              <a:rPr lang="en-US" altLang="zh-CN" sz="1400" dirty="0">
                <a:latin typeface="Corbel" panose="020B0503020204020204" pitchFamily="34" charset="0"/>
                <a:sym typeface="Wingdings 3" panose="05040102010807070707" pitchFamily="18" charset="2"/>
              </a:rPr>
              <a:t>(description)</a:t>
            </a:r>
            <a:endParaRPr lang="zh-CN" altLang="en-US" sz="1400" dirty="0">
              <a:latin typeface="Corbel" panose="020B0503020204020204" pitchFamily="34" charset="0"/>
            </a:endParaRPr>
          </a:p>
        </p:txBody>
      </p:sp>
      <p:sp>
        <p:nvSpPr>
          <p:cNvPr id="17" name="Rectangle 16">
            <a:extLst>
              <a:ext uri="{FF2B5EF4-FFF2-40B4-BE49-F238E27FC236}">
                <a16:creationId xmlns:a16="http://schemas.microsoft.com/office/drawing/2014/main" id="{FE4FCED3-DF8F-2C8F-34C8-695F727C1E49}"/>
              </a:ext>
            </a:extLst>
          </p:cNvPr>
          <p:cNvSpPr/>
          <p:nvPr/>
        </p:nvSpPr>
        <p:spPr>
          <a:xfrm>
            <a:off x="6547034" y="5326390"/>
            <a:ext cx="870310"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Next</a:t>
            </a:r>
            <a:endParaRPr lang="zh-CN" altLang="en-US" sz="1600" dirty="0">
              <a:solidFill>
                <a:schemeClr val="tx1"/>
              </a:solidFill>
              <a:latin typeface="Corbel" panose="020B0503020204020204" pitchFamily="34" charset="0"/>
            </a:endParaRPr>
          </a:p>
        </p:txBody>
      </p:sp>
      <p:sp>
        <p:nvSpPr>
          <p:cNvPr id="24" name="Rectangle 23">
            <a:extLst>
              <a:ext uri="{FF2B5EF4-FFF2-40B4-BE49-F238E27FC236}">
                <a16:creationId xmlns:a16="http://schemas.microsoft.com/office/drawing/2014/main" id="{240E8CA7-445C-1C3F-CCC2-FBD1102FF018}"/>
              </a:ext>
            </a:extLst>
          </p:cNvPr>
          <p:cNvSpPr/>
          <p:nvPr/>
        </p:nvSpPr>
        <p:spPr>
          <a:xfrm>
            <a:off x="7622940" y="5326390"/>
            <a:ext cx="870310" cy="331234"/>
          </a:xfrm>
          <a:prstGeom prst="rect">
            <a:avLst/>
          </a:prstGeom>
          <a:solidFill>
            <a:schemeClr val="bg2"/>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rbel" panose="020B0503020204020204" pitchFamily="34" charset="0"/>
              </a:rPr>
              <a:t>Cancel</a:t>
            </a:r>
            <a:endParaRPr lang="zh-CN" altLang="en-US" sz="1600" dirty="0">
              <a:solidFill>
                <a:schemeClr val="tx1"/>
              </a:solidFill>
              <a:latin typeface="Corbel" panose="020B0503020204020204" pitchFamily="34" charset="0"/>
            </a:endParaRPr>
          </a:p>
        </p:txBody>
      </p:sp>
    </p:spTree>
    <p:extLst>
      <p:ext uri="{BB962C8B-B14F-4D97-AF65-F5344CB8AC3E}">
        <p14:creationId xmlns:p14="http://schemas.microsoft.com/office/powerpoint/2010/main" val="3903665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5032</TotalTime>
  <Words>890</Words>
  <Application>Microsoft Office PowerPoint</Application>
  <PresentationFormat>Widescreen</PresentationFormat>
  <Paragraphs>147</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等线</vt:lpstr>
      <vt:lpstr>等线 Light</vt:lpstr>
      <vt:lpstr>Arial</vt:lpstr>
      <vt:lpstr>Corbel</vt:lpstr>
      <vt:lpstr>Microsoft Sans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YAP CHAI YING</dc:creator>
  <cp:lastModifiedBy>Yap ChaiYing</cp:lastModifiedBy>
  <cp:revision>296</cp:revision>
  <dcterms:created xsi:type="dcterms:W3CDTF">2023-02-18T10:34:57Z</dcterms:created>
  <dcterms:modified xsi:type="dcterms:W3CDTF">2023-05-19T17:05:34Z</dcterms:modified>
</cp:coreProperties>
</file>